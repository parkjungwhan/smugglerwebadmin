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61" r:id="rId1"/>
  </p:sldMasterIdLst>
  <p:sldIdLst>
    <p:sldId id="256" r:id="rId2"/>
    <p:sldId id="257" r:id="rId3"/>
    <p:sldId id="259" r:id="rId4"/>
    <p:sldId id="258" r:id="rId5"/>
    <p:sldId id="260" r:id="rId6"/>
    <p:sldId id="261" r:id="rId7"/>
    <p:sldId id="264" r:id="rId8"/>
    <p:sldId id="262" r:id="rId9"/>
    <p:sldId id="265" r:id="rId10"/>
    <p:sldId id="263" r:id="rId11"/>
    <p:sldId id="266" r:id="rId1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9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120" y="4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3_2">
  <dgm:title val=""/>
  <dgm:desc val=""/>
  <dgm:catLst>
    <dgm:cat type="accent3" pri="112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ln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8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2ECC786-7DCF-4E66-ACA2-B077C35878A4}" type="doc">
      <dgm:prSet loTypeId="urn:microsoft.com/office/officeart/2024/3/layout/hArchList1" loCatId="List" qsTypeId="urn:microsoft.com/office/officeart/2005/8/quickstyle/simple1" qsCatId="simple" csTypeId="urn:microsoft.com/office/officeart/2005/8/colors/accent3_2" csCatId="accent3" phldr="1"/>
      <dgm:spPr/>
      <dgm:t>
        <a:bodyPr/>
        <a:lstStyle/>
        <a:p>
          <a:endParaRPr lang="en-US"/>
        </a:p>
      </dgm:t>
    </dgm:pt>
    <dgm:pt modelId="{A8F0E59F-3D58-44EC-8928-90F77E8ED8CB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ko-KR" b="1"/>
            <a:t>코어</a:t>
          </a:r>
          <a:r>
            <a:rPr lang="en-US" b="1"/>
            <a:t>(Core)</a:t>
          </a:r>
          <a:endParaRPr lang="en-US"/>
        </a:p>
      </dgm:t>
    </dgm:pt>
    <dgm:pt modelId="{E8E6C5B6-B1DE-4ED8-95C9-06DE63C6EA38}" type="parTrans" cxnId="{669E2948-D099-48FB-946D-408B48A450A4}">
      <dgm:prSet/>
      <dgm:spPr/>
      <dgm:t>
        <a:bodyPr/>
        <a:lstStyle/>
        <a:p>
          <a:endParaRPr lang="en-US"/>
        </a:p>
      </dgm:t>
    </dgm:pt>
    <dgm:pt modelId="{B0242D4E-61BA-4918-B438-58CC1B7A7A50}" type="sibTrans" cxnId="{669E2948-D099-48FB-946D-408B48A450A4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US"/>
        </a:p>
      </dgm:t>
    </dgm:pt>
    <dgm:pt modelId="{CF3B1E3F-9615-4C29-939D-061A5E4B1F80}">
      <dgm:prSet/>
      <dgm:spPr/>
      <dgm:t>
        <a:bodyPr/>
        <a:lstStyle/>
        <a:p>
          <a:pPr>
            <a:lnSpc>
              <a:spcPct val="100000"/>
            </a:lnSpc>
          </a:pPr>
          <a:r>
            <a:rPr lang="ko-KR" altLang="en-US" dirty="0" err="1"/>
            <a:t>블레이저를</a:t>
          </a:r>
          <a:r>
            <a:rPr lang="ko-KR" altLang="en-US" dirty="0"/>
            <a:t> 통해 동작할 수 있는 운용 영역을 설정하는 레이어 설계</a:t>
          </a:r>
          <a:endParaRPr lang="en-US" dirty="0"/>
        </a:p>
      </dgm:t>
    </dgm:pt>
    <dgm:pt modelId="{4CE90CC9-82E6-495C-85EA-985A318D854E}" type="parTrans" cxnId="{E0C4BFD0-C935-46D2-B829-9525DD28091D}">
      <dgm:prSet/>
      <dgm:spPr/>
      <dgm:t>
        <a:bodyPr/>
        <a:lstStyle/>
        <a:p>
          <a:endParaRPr lang="en-US"/>
        </a:p>
      </dgm:t>
    </dgm:pt>
    <dgm:pt modelId="{B79BEC60-2B75-4DA1-BA84-4EFF67FBA05F}" type="sibTrans" cxnId="{E0C4BFD0-C935-46D2-B829-9525DD28091D}">
      <dgm:prSet/>
      <dgm:spPr/>
      <dgm:t>
        <a:bodyPr/>
        <a:lstStyle/>
        <a:p>
          <a:endParaRPr lang="en-US"/>
        </a:p>
      </dgm:t>
    </dgm:pt>
    <dgm:pt modelId="{09444027-047B-484E-8359-A82B6A2B5E3F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ko-KR" b="1" dirty="0"/>
            <a:t>베이스</a:t>
          </a:r>
          <a:r>
            <a:rPr lang="en-US" b="1" dirty="0"/>
            <a:t>(Base)</a:t>
          </a:r>
          <a:endParaRPr lang="en-US" dirty="0"/>
        </a:p>
      </dgm:t>
    </dgm:pt>
    <dgm:pt modelId="{932CECA8-66D5-4BB3-88CA-340501DF4567}" type="parTrans" cxnId="{875500E2-3A69-4AF3-906E-C4C3FFB65BBA}">
      <dgm:prSet/>
      <dgm:spPr/>
      <dgm:t>
        <a:bodyPr/>
        <a:lstStyle/>
        <a:p>
          <a:endParaRPr lang="en-US"/>
        </a:p>
      </dgm:t>
    </dgm:pt>
    <dgm:pt modelId="{1F839048-1726-4E5E-AD1D-26C6C8FBD2B3}" type="sibTrans" cxnId="{875500E2-3A69-4AF3-906E-C4C3FFB65BBA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US"/>
        </a:p>
      </dgm:t>
    </dgm:pt>
    <dgm:pt modelId="{25CD8441-53B6-40EB-B68E-54A73701D56E}">
      <dgm:prSet/>
      <dgm:spPr/>
      <dgm:t>
        <a:bodyPr/>
        <a:lstStyle/>
        <a:p>
          <a:pPr>
            <a:lnSpc>
              <a:spcPct val="100000"/>
            </a:lnSpc>
          </a:pPr>
          <a:r>
            <a:rPr lang="ko-KR" altLang="en-US" dirty="0" err="1"/>
            <a:t>블레이저라는</a:t>
          </a:r>
          <a:r>
            <a:rPr lang="ko-KR" altLang="en-US" dirty="0"/>
            <a:t> 언어에 대한 공통적인 부분에 대한 설계를 구현한 레이어</a:t>
          </a:r>
          <a:endParaRPr lang="en-US" dirty="0"/>
        </a:p>
      </dgm:t>
    </dgm:pt>
    <dgm:pt modelId="{ADE323FF-871F-4B08-8E00-B71E8CF345E6}" type="parTrans" cxnId="{396768FF-FC31-4466-9F3B-EBC90A9E5A65}">
      <dgm:prSet/>
      <dgm:spPr/>
      <dgm:t>
        <a:bodyPr/>
        <a:lstStyle/>
        <a:p>
          <a:endParaRPr lang="en-US"/>
        </a:p>
      </dgm:t>
    </dgm:pt>
    <dgm:pt modelId="{B9E5FFA7-07B6-4F16-829E-FDB3A5D7D760}" type="sibTrans" cxnId="{396768FF-FC31-4466-9F3B-EBC90A9E5A65}">
      <dgm:prSet/>
      <dgm:spPr/>
      <dgm:t>
        <a:bodyPr/>
        <a:lstStyle/>
        <a:p>
          <a:endParaRPr lang="en-US"/>
        </a:p>
      </dgm:t>
    </dgm:pt>
    <dgm:pt modelId="{E006E88A-C96C-42F1-BBEE-E42810B38DD5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ko-KR" b="1" dirty="0"/>
            <a:t>공통</a:t>
          </a:r>
          <a:r>
            <a:rPr lang="en-US" b="1" dirty="0"/>
            <a:t>(Common)</a:t>
          </a:r>
          <a:endParaRPr lang="en-US" dirty="0"/>
        </a:p>
      </dgm:t>
    </dgm:pt>
    <dgm:pt modelId="{D7DA066D-239F-4B07-BD7F-715474B52F66}" type="parTrans" cxnId="{97B8EE14-C9AF-42BC-A54B-A39801D9703C}">
      <dgm:prSet/>
      <dgm:spPr/>
      <dgm:t>
        <a:bodyPr/>
        <a:lstStyle/>
        <a:p>
          <a:endParaRPr lang="en-US"/>
        </a:p>
      </dgm:t>
    </dgm:pt>
    <dgm:pt modelId="{D5531E53-E6F0-4C39-A8A3-0CC9663E296F}" type="sibTrans" cxnId="{97B8EE14-C9AF-42BC-A54B-A39801D9703C}">
      <dgm:prSet/>
      <dgm:spPr/>
      <dgm:t>
        <a:bodyPr/>
        <a:lstStyle/>
        <a:p>
          <a:endParaRPr lang="en-US"/>
        </a:p>
      </dgm:t>
    </dgm:pt>
    <dgm:pt modelId="{3C291911-C08D-459E-AC2B-485FE5B9426D}">
      <dgm:prSet/>
      <dgm:spPr/>
      <dgm:t>
        <a:bodyPr/>
        <a:lstStyle/>
        <a:p>
          <a:pPr>
            <a:lnSpc>
              <a:spcPct val="100000"/>
            </a:lnSpc>
          </a:pPr>
          <a:r>
            <a:rPr lang="ko-KR" altLang="en-US" dirty="0"/>
            <a:t>페이지와 </a:t>
          </a:r>
          <a:r>
            <a:rPr lang="ko-KR" altLang="en-US" dirty="0" err="1"/>
            <a:t>기능들에서</a:t>
          </a:r>
          <a:r>
            <a:rPr lang="ko-KR" altLang="en-US" dirty="0"/>
            <a:t> 공통적으로 사용할 수 있는 기능들의 모음 레이어</a:t>
          </a:r>
          <a:endParaRPr lang="en-US" dirty="0"/>
        </a:p>
      </dgm:t>
    </dgm:pt>
    <dgm:pt modelId="{58626DBC-6AC2-4BFD-9F43-3CBB0118CEFA}" type="parTrans" cxnId="{D3494489-6A70-46A2-897A-12FE374624F2}">
      <dgm:prSet/>
      <dgm:spPr/>
      <dgm:t>
        <a:bodyPr/>
        <a:lstStyle/>
        <a:p>
          <a:endParaRPr lang="en-US"/>
        </a:p>
      </dgm:t>
    </dgm:pt>
    <dgm:pt modelId="{2D614345-0A97-4CC3-8F8F-20C8DCA91CF4}" type="sibTrans" cxnId="{D3494489-6A70-46A2-897A-12FE374624F2}">
      <dgm:prSet/>
      <dgm:spPr/>
      <dgm:t>
        <a:bodyPr/>
        <a:lstStyle/>
        <a:p>
          <a:endParaRPr lang="en-US"/>
        </a:p>
      </dgm:t>
    </dgm:pt>
    <dgm:pt modelId="{A61F8FD2-26DA-49EF-8A51-7F08EFBF1BD2}" type="pres">
      <dgm:prSet presAssocID="{52ECC786-7DCF-4E66-ACA2-B077C35878A4}" presName="Name0" presStyleCnt="0">
        <dgm:presLayoutVars>
          <dgm:dir/>
          <dgm:resizeHandles val="exact"/>
        </dgm:presLayoutVars>
      </dgm:prSet>
      <dgm:spPr/>
    </dgm:pt>
    <dgm:pt modelId="{E866D896-64E5-43B0-83D4-70BF13A02B95}" type="pres">
      <dgm:prSet presAssocID="{A8F0E59F-3D58-44EC-8928-90F77E8ED8CB}" presName="compNode" presStyleCnt="0"/>
      <dgm:spPr/>
    </dgm:pt>
    <dgm:pt modelId="{D54940EC-AEFF-4A50-B423-1C7870588B5D}" type="pres">
      <dgm:prSet presAssocID="{A8F0E59F-3D58-44EC-8928-90F77E8ED8CB}" presName="pictRect" presStyleLbl="revTx" presStyleIdx="0" presStyleCnt="6">
        <dgm:presLayoutVars>
          <dgm:chMax val="0"/>
          <dgm:bulletEnabled/>
        </dgm:presLayoutVars>
      </dgm:prSet>
      <dgm:spPr/>
    </dgm:pt>
    <dgm:pt modelId="{D300BBF4-BCF1-4C36-A982-23899FF091E4}" type="pres">
      <dgm:prSet presAssocID="{A8F0E59F-3D58-44EC-8928-90F77E8ED8CB}" presName="textRect" presStyleLbl="revTx" presStyleIdx="1" presStyleCnt="6">
        <dgm:presLayoutVars>
          <dgm:bulletEnabled/>
        </dgm:presLayoutVars>
      </dgm:prSet>
      <dgm:spPr/>
    </dgm:pt>
    <dgm:pt modelId="{E9BB4180-63B0-4C84-BCAD-30CCC9FFDC56}" type="pres">
      <dgm:prSet presAssocID="{B0242D4E-61BA-4918-B438-58CC1B7A7A50}" presName="sibTrans" presStyleLbl="sibTrans2D1" presStyleIdx="0" presStyleCnt="0"/>
      <dgm:spPr/>
    </dgm:pt>
    <dgm:pt modelId="{99AADA1A-2BBB-4398-9C74-B746E7AC7B21}" type="pres">
      <dgm:prSet presAssocID="{09444027-047B-484E-8359-A82B6A2B5E3F}" presName="compNode" presStyleCnt="0"/>
      <dgm:spPr/>
    </dgm:pt>
    <dgm:pt modelId="{D283AB7D-FB05-4EF5-9DBB-5BFC3F964AA4}" type="pres">
      <dgm:prSet presAssocID="{09444027-047B-484E-8359-A82B6A2B5E3F}" presName="pictRect" presStyleLbl="revTx" presStyleIdx="2" presStyleCnt="6">
        <dgm:presLayoutVars>
          <dgm:chMax val="0"/>
          <dgm:bulletEnabled/>
        </dgm:presLayoutVars>
      </dgm:prSet>
      <dgm:spPr/>
    </dgm:pt>
    <dgm:pt modelId="{2CA9A799-B4B9-4984-B47E-C452F5A0D45C}" type="pres">
      <dgm:prSet presAssocID="{09444027-047B-484E-8359-A82B6A2B5E3F}" presName="textRect" presStyleLbl="revTx" presStyleIdx="3" presStyleCnt="6">
        <dgm:presLayoutVars>
          <dgm:bulletEnabled/>
        </dgm:presLayoutVars>
      </dgm:prSet>
      <dgm:spPr/>
    </dgm:pt>
    <dgm:pt modelId="{2BFA0937-1139-4120-A2AB-26FDB0A7ED09}" type="pres">
      <dgm:prSet presAssocID="{1F839048-1726-4E5E-AD1D-26C6C8FBD2B3}" presName="sibTrans" presStyleLbl="sibTrans2D1" presStyleIdx="0" presStyleCnt="0"/>
      <dgm:spPr/>
    </dgm:pt>
    <dgm:pt modelId="{CF3C9FDD-572D-436F-96F6-F8BA3956F58B}" type="pres">
      <dgm:prSet presAssocID="{E006E88A-C96C-42F1-BBEE-E42810B38DD5}" presName="compNode" presStyleCnt="0"/>
      <dgm:spPr/>
    </dgm:pt>
    <dgm:pt modelId="{7980FC29-A971-40D8-A44E-CEF2243C0A55}" type="pres">
      <dgm:prSet presAssocID="{E006E88A-C96C-42F1-BBEE-E42810B38DD5}" presName="pictRect" presStyleLbl="revTx" presStyleIdx="4" presStyleCnt="6">
        <dgm:presLayoutVars>
          <dgm:chMax val="0"/>
          <dgm:bulletEnabled/>
        </dgm:presLayoutVars>
      </dgm:prSet>
      <dgm:spPr/>
    </dgm:pt>
    <dgm:pt modelId="{8DE41B0B-E9E4-4396-B2BD-00751A01D995}" type="pres">
      <dgm:prSet presAssocID="{E006E88A-C96C-42F1-BBEE-E42810B38DD5}" presName="textRect" presStyleLbl="revTx" presStyleIdx="5" presStyleCnt="6">
        <dgm:presLayoutVars>
          <dgm:bulletEnabled/>
        </dgm:presLayoutVars>
      </dgm:prSet>
      <dgm:spPr/>
    </dgm:pt>
  </dgm:ptLst>
  <dgm:cxnLst>
    <dgm:cxn modelId="{97B8EE14-C9AF-42BC-A54B-A39801D9703C}" srcId="{52ECC786-7DCF-4E66-ACA2-B077C35878A4}" destId="{E006E88A-C96C-42F1-BBEE-E42810B38DD5}" srcOrd="2" destOrd="0" parTransId="{D7DA066D-239F-4B07-BD7F-715474B52F66}" sibTransId="{D5531E53-E6F0-4C39-A8A3-0CC9663E296F}"/>
    <dgm:cxn modelId="{5C711036-02C4-4E44-9EDA-98A89261119D}" type="presOf" srcId="{1F839048-1726-4E5E-AD1D-26C6C8FBD2B3}" destId="{2BFA0937-1139-4120-A2AB-26FDB0A7ED09}" srcOrd="0" destOrd="0" presId="urn:microsoft.com/office/officeart/2024/3/layout/hArchList1"/>
    <dgm:cxn modelId="{4DD16F37-DBEC-41DF-B85A-B419F0579C35}" type="presOf" srcId="{CF3B1E3F-9615-4C29-939D-061A5E4B1F80}" destId="{D300BBF4-BCF1-4C36-A982-23899FF091E4}" srcOrd="0" destOrd="0" presId="urn:microsoft.com/office/officeart/2024/3/layout/hArchList1"/>
    <dgm:cxn modelId="{669E2948-D099-48FB-946D-408B48A450A4}" srcId="{52ECC786-7DCF-4E66-ACA2-B077C35878A4}" destId="{A8F0E59F-3D58-44EC-8928-90F77E8ED8CB}" srcOrd="0" destOrd="0" parTransId="{E8E6C5B6-B1DE-4ED8-95C9-06DE63C6EA38}" sibTransId="{B0242D4E-61BA-4918-B438-58CC1B7A7A50}"/>
    <dgm:cxn modelId="{6A61FD7C-7C59-48DC-8C4C-5CC1DD505DA5}" type="presOf" srcId="{25CD8441-53B6-40EB-B68E-54A73701D56E}" destId="{2CA9A799-B4B9-4984-B47E-C452F5A0D45C}" srcOrd="0" destOrd="0" presId="urn:microsoft.com/office/officeart/2024/3/layout/hArchList1"/>
    <dgm:cxn modelId="{E9B2967D-A813-4526-82C1-387DAEDD811C}" type="presOf" srcId="{B0242D4E-61BA-4918-B438-58CC1B7A7A50}" destId="{E9BB4180-63B0-4C84-BCAD-30CCC9FFDC56}" srcOrd="0" destOrd="0" presId="urn:microsoft.com/office/officeart/2024/3/layout/hArchList1"/>
    <dgm:cxn modelId="{F232ED7F-2BF8-4F2F-8E27-7438E872032F}" type="presOf" srcId="{3C291911-C08D-459E-AC2B-485FE5B9426D}" destId="{8DE41B0B-E9E4-4396-B2BD-00751A01D995}" srcOrd="0" destOrd="0" presId="urn:microsoft.com/office/officeart/2024/3/layout/hArchList1"/>
    <dgm:cxn modelId="{D3494489-6A70-46A2-897A-12FE374624F2}" srcId="{E006E88A-C96C-42F1-BBEE-E42810B38DD5}" destId="{3C291911-C08D-459E-AC2B-485FE5B9426D}" srcOrd="0" destOrd="0" parTransId="{58626DBC-6AC2-4BFD-9F43-3CBB0118CEFA}" sibTransId="{2D614345-0A97-4CC3-8F8F-20C8DCA91CF4}"/>
    <dgm:cxn modelId="{372B1BB6-A81D-4B55-8387-ADE8737FC60D}" type="presOf" srcId="{A8F0E59F-3D58-44EC-8928-90F77E8ED8CB}" destId="{D54940EC-AEFF-4A50-B423-1C7870588B5D}" srcOrd="0" destOrd="0" presId="urn:microsoft.com/office/officeart/2024/3/layout/hArchList1"/>
    <dgm:cxn modelId="{F2FA4DC9-0FA5-4C47-930C-2627D2C675B0}" type="presOf" srcId="{E006E88A-C96C-42F1-BBEE-E42810B38DD5}" destId="{7980FC29-A971-40D8-A44E-CEF2243C0A55}" srcOrd="0" destOrd="0" presId="urn:microsoft.com/office/officeart/2024/3/layout/hArchList1"/>
    <dgm:cxn modelId="{E0C4BFD0-C935-46D2-B829-9525DD28091D}" srcId="{A8F0E59F-3D58-44EC-8928-90F77E8ED8CB}" destId="{CF3B1E3F-9615-4C29-939D-061A5E4B1F80}" srcOrd="0" destOrd="0" parTransId="{4CE90CC9-82E6-495C-85EA-985A318D854E}" sibTransId="{B79BEC60-2B75-4DA1-BA84-4EFF67FBA05F}"/>
    <dgm:cxn modelId="{69BA35D6-7F09-45A6-B75C-A778F76404BD}" type="presOf" srcId="{52ECC786-7DCF-4E66-ACA2-B077C35878A4}" destId="{A61F8FD2-26DA-49EF-8A51-7F08EFBF1BD2}" srcOrd="0" destOrd="0" presId="urn:microsoft.com/office/officeart/2024/3/layout/hArchList1"/>
    <dgm:cxn modelId="{2E90DFDA-2F81-45D9-A7E0-B3BBA5B2ACAA}" type="presOf" srcId="{09444027-047B-484E-8359-A82B6A2B5E3F}" destId="{D283AB7D-FB05-4EF5-9DBB-5BFC3F964AA4}" srcOrd="0" destOrd="0" presId="urn:microsoft.com/office/officeart/2024/3/layout/hArchList1"/>
    <dgm:cxn modelId="{875500E2-3A69-4AF3-906E-C4C3FFB65BBA}" srcId="{52ECC786-7DCF-4E66-ACA2-B077C35878A4}" destId="{09444027-047B-484E-8359-A82B6A2B5E3F}" srcOrd="1" destOrd="0" parTransId="{932CECA8-66D5-4BB3-88CA-340501DF4567}" sibTransId="{1F839048-1726-4E5E-AD1D-26C6C8FBD2B3}"/>
    <dgm:cxn modelId="{396768FF-FC31-4466-9F3B-EBC90A9E5A65}" srcId="{09444027-047B-484E-8359-A82B6A2B5E3F}" destId="{25CD8441-53B6-40EB-B68E-54A73701D56E}" srcOrd="0" destOrd="0" parTransId="{ADE323FF-871F-4B08-8E00-B71E8CF345E6}" sibTransId="{B9E5FFA7-07B6-4F16-829E-FDB3A5D7D760}"/>
    <dgm:cxn modelId="{A30D962E-5DB6-443D-9058-6CA9BC53A2F3}" type="presParOf" srcId="{A61F8FD2-26DA-49EF-8A51-7F08EFBF1BD2}" destId="{E866D896-64E5-43B0-83D4-70BF13A02B95}" srcOrd="0" destOrd="0" presId="urn:microsoft.com/office/officeart/2024/3/layout/hArchList1"/>
    <dgm:cxn modelId="{C05FF9C4-4703-48EC-ABD3-FA953B5C9B0A}" type="presParOf" srcId="{E866D896-64E5-43B0-83D4-70BF13A02B95}" destId="{D54940EC-AEFF-4A50-B423-1C7870588B5D}" srcOrd="0" destOrd="0" presId="urn:microsoft.com/office/officeart/2024/3/layout/hArchList1"/>
    <dgm:cxn modelId="{AAB56CED-FF44-40FD-9474-0BF7C72CAB87}" type="presParOf" srcId="{E866D896-64E5-43B0-83D4-70BF13A02B95}" destId="{D300BBF4-BCF1-4C36-A982-23899FF091E4}" srcOrd="1" destOrd="0" presId="urn:microsoft.com/office/officeart/2024/3/layout/hArchList1"/>
    <dgm:cxn modelId="{8E401B0E-F306-4C46-AB86-29CC811091F3}" type="presParOf" srcId="{A61F8FD2-26DA-49EF-8A51-7F08EFBF1BD2}" destId="{E9BB4180-63B0-4C84-BCAD-30CCC9FFDC56}" srcOrd="1" destOrd="0" presId="urn:microsoft.com/office/officeart/2024/3/layout/hArchList1"/>
    <dgm:cxn modelId="{AEF94CFA-4ADC-439C-A61A-63085A68A0EE}" type="presParOf" srcId="{A61F8FD2-26DA-49EF-8A51-7F08EFBF1BD2}" destId="{99AADA1A-2BBB-4398-9C74-B746E7AC7B21}" srcOrd="2" destOrd="0" presId="urn:microsoft.com/office/officeart/2024/3/layout/hArchList1"/>
    <dgm:cxn modelId="{85E1F8E5-EA4A-4BE1-9762-00C4120451F9}" type="presParOf" srcId="{99AADA1A-2BBB-4398-9C74-B746E7AC7B21}" destId="{D283AB7D-FB05-4EF5-9DBB-5BFC3F964AA4}" srcOrd="0" destOrd="0" presId="urn:microsoft.com/office/officeart/2024/3/layout/hArchList1"/>
    <dgm:cxn modelId="{2086D2A3-D073-4CDA-A821-93DC3932B729}" type="presParOf" srcId="{99AADA1A-2BBB-4398-9C74-B746E7AC7B21}" destId="{2CA9A799-B4B9-4984-B47E-C452F5A0D45C}" srcOrd="1" destOrd="0" presId="urn:microsoft.com/office/officeart/2024/3/layout/hArchList1"/>
    <dgm:cxn modelId="{EEA17352-396B-4F99-8699-24146E133FB2}" type="presParOf" srcId="{A61F8FD2-26DA-49EF-8A51-7F08EFBF1BD2}" destId="{2BFA0937-1139-4120-A2AB-26FDB0A7ED09}" srcOrd="3" destOrd="0" presId="urn:microsoft.com/office/officeart/2024/3/layout/hArchList1"/>
    <dgm:cxn modelId="{DD780168-5DB6-4755-880A-208266903167}" type="presParOf" srcId="{A61F8FD2-26DA-49EF-8A51-7F08EFBF1BD2}" destId="{CF3C9FDD-572D-436F-96F6-F8BA3956F58B}" srcOrd="4" destOrd="0" presId="urn:microsoft.com/office/officeart/2024/3/layout/hArchList1"/>
    <dgm:cxn modelId="{21969375-10EA-48AC-92FF-EB552E70CA38}" type="presParOf" srcId="{CF3C9FDD-572D-436F-96F6-F8BA3956F58B}" destId="{7980FC29-A971-40D8-A44E-CEF2243C0A55}" srcOrd="0" destOrd="0" presId="urn:microsoft.com/office/officeart/2024/3/layout/hArchList1"/>
    <dgm:cxn modelId="{282D83AA-7A55-463D-883D-402A32AB9A25}" type="presParOf" srcId="{CF3C9FDD-572D-436F-96F6-F8BA3956F58B}" destId="{8DE41B0B-E9E4-4396-B2BD-00751A01D995}" srcOrd="1" destOrd="0" presId="urn:microsoft.com/office/officeart/2024/3/layout/hArc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54940EC-AEFF-4A50-B423-1C7870588B5D}">
      <dsp:nvSpPr>
        <dsp:cNvPr id="0" name=""/>
        <dsp:cNvSpPr/>
      </dsp:nvSpPr>
      <dsp:spPr>
        <a:xfrm>
          <a:off x="0" y="0"/>
          <a:ext cx="1917382" cy="4489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2860" rIns="22860" bIns="22860" numCol="1" spcCol="1270" anchor="t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ko-KR" sz="1800" b="1" kern="1200"/>
            <a:t>코어</a:t>
          </a:r>
          <a:r>
            <a:rPr lang="en-US" sz="1800" b="1" kern="1200"/>
            <a:t>(Core)</a:t>
          </a:r>
          <a:endParaRPr lang="en-US" sz="1800" kern="1200"/>
        </a:p>
      </dsp:txBody>
      <dsp:txXfrm>
        <a:off x="0" y="0"/>
        <a:ext cx="1917382" cy="448970"/>
      </dsp:txXfrm>
    </dsp:sp>
    <dsp:sp modelId="{D300BBF4-BCF1-4C36-A982-23899FF091E4}">
      <dsp:nvSpPr>
        <dsp:cNvPr id="0" name=""/>
        <dsp:cNvSpPr/>
      </dsp:nvSpPr>
      <dsp:spPr>
        <a:xfrm>
          <a:off x="0" y="448970"/>
          <a:ext cx="1917382" cy="404073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7780" rIns="17780" bIns="1778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1400" kern="1200" dirty="0" err="1"/>
            <a:t>블레이저를</a:t>
          </a:r>
          <a:r>
            <a:rPr lang="ko-KR" altLang="en-US" sz="1400" kern="1200" dirty="0"/>
            <a:t> 통해 동작할 수 있는 운용 영역을 설정하는 레이어 설계</a:t>
          </a:r>
          <a:endParaRPr lang="en-US" sz="1400" kern="1200" dirty="0"/>
        </a:p>
      </dsp:txBody>
      <dsp:txXfrm>
        <a:off x="0" y="448970"/>
        <a:ext cx="1917382" cy="4040733"/>
      </dsp:txXfrm>
    </dsp:sp>
    <dsp:sp modelId="{D283AB7D-FB05-4EF5-9DBB-5BFC3F964AA4}">
      <dsp:nvSpPr>
        <dsp:cNvPr id="0" name=""/>
        <dsp:cNvSpPr/>
      </dsp:nvSpPr>
      <dsp:spPr>
        <a:xfrm>
          <a:off x="2109120" y="0"/>
          <a:ext cx="1917382" cy="4489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2860" rIns="22860" bIns="22860" numCol="1" spcCol="1270" anchor="t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ko-KR" sz="1800" b="1" kern="1200" dirty="0"/>
            <a:t>베이스</a:t>
          </a:r>
          <a:r>
            <a:rPr lang="en-US" sz="1800" b="1" kern="1200" dirty="0"/>
            <a:t>(Base)</a:t>
          </a:r>
          <a:endParaRPr lang="en-US" sz="1800" kern="1200" dirty="0"/>
        </a:p>
      </dsp:txBody>
      <dsp:txXfrm>
        <a:off x="2109120" y="0"/>
        <a:ext cx="1917382" cy="448970"/>
      </dsp:txXfrm>
    </dsp:sp>
    <dsp:sp modelId="{2CA9A799-B4B9-4984-B47E-C452F5A0D45C}">
      <dsp:nvSpPr>
        <dsp:cNvPr id="0" name=""/>
        <dsp:cNvSpPr/>
      </dsp:nvSpPr>
      <dsp:spPr>
        <a:xfrm>
          <a:off x="2109120" y="448970"/>
          <a:ext cx="1917382" cy="404073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7780" rIns="17780" bIns="1778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1400" kern="1200" dirty="0" err="1"/>
            <a:t>블레이저라는</a:t>
          </a:r>
          <a:r>
            <a:rPr lang="ko-KR" altLang="en-US" sz="1400" kern="1200" dirty="0"/>
            <a:t> 언어에 대한 공통적인 부분에 대한 설계를 구현한 레이어</a:t>
          </a:r>
          <a:endParaRPr lang="en-US" sz="1400" kern="1200" dirty="0"/>
        </a:p>
      </dsp:txBody>
      <dsp:txXfrm>
        <a:off x="2109120" y="448970"/>
        <a:ext cx="1917382" cy="4040733"/>
      </dsp:txXfrm>
    </dsp:sp>
    <dsp:sp modelId="{7980FC29-A971-40D8-A44E-CEF2243C0A55}">
      <dsp:nvSpPr>
        <dsp:cNvPr id="0" name=""/>
        <dsp:cNvSpPr/>
      </dsp:nvSpPr>
      <dsp:spPr>
        <a:xfrm>
          <a:off x="4218241" y="0"/>
          <a:ext cx="1917382" cy="4489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2860" rIns="22860" bIns="22860" numCol="1" spcCol="1270" anchor="t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ko-KR" sz="1800" b="1" kern="1200" dirty="0"/>
            <a:t>공통</a:t>
          </a:r>
          <a:r>
            <a:rPr lang="en-US" sz="1800" b="1" kern="1200" dirty="0"/>
            <a:t>(Common)</a:t>
          </a:r>
          <a:endParaRPr lang="en-US" sz="1800" kern="1200" dirty="0"/>
        </a:p>
      </dsp:txBody>
      <dsp:txXfrm>
        <a:off x="4218241" y="0"/>
        <a:ext cx="1917382" cy="448970"/>
      </dsp:txXfrm>
    </dsp:sp>
    <dsp:sp modelId="{8DE41B0B-E9E4-4396-B2BD-00751A01D995}">
      <dsp:nvSpPr>
        <dsp:cNvPr id="0" name=""/>
        <dsp:cNvSpPr/>
      </dsp:nvSpPr>
      <dsp:spPr>
        <a:xfrm>
          <a:off x="4218241" y="448970"/>
          <a:ext cx="1917382" cy="404073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7780" rIns="17780" bIns="1778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1400" kern="1200" dirty="0"/>
            <a:t>페이지와 </a:t>
          </a:r>
          <a:r>
            <a:rPr lang="ko-KR" altLang="en-US" sz="1400" kern="1200" dirty="0" err="1"/>
            <a:t>기능들에서</a:t>
          </a:r>
          <a:r>
            <a:rPr lang="ko-KR" altLang="en-US" sz="1400" kern="1200" dirty="0"/>
            <a:t> 공통적으로 사용할 수 있는 기능들의 모음 레이어</a:t>
          </a:r>
          <a:endParaRPr lang="en-US" sz="1400" kern="1200" dirty="0"/>
        </a:p>
      </dsp:txBody>
      <dsp:txXfrm>
        <a:off x="4218241" y="448970"/>
        <a:ext cx="1917382" cy="404073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24/3/layout/hArchList1">
  <dgm:title val="Horizontal Text Blocks"/>
  <dgm:desc val="Short bits of text with formatted headers. Use as an easier-to-read alternative to a bulleted list."/>
  <dgm:catLst>
    <dgm:cat type="list" pri="100"/>
    <dgm:cat type="timeline" pri="500"/>
    <dgm:cat type="process" pri="6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>
          <dgm:param type="vertAlign" val="t"/>
          <dgm:param type="horzAlign" val="l"/>
        </dgm:alg>
      </dgm:if>
      <dgm:else name="Name3">
        <dgm:alg type="lin">
          <dgm:param type="vertAlign" val="t"/>
          <dgm:param type="horzAlign" val="r"/>
        </dgm:alg>
      </dgm:else>
    </dgm:choose>
    <dgm:presOf/>
    <dgm:constrLst>
      <dgm:constr type="primFontSz" for="des" forName="pictRect" op="equ" val="18"/>
      <dgm:constr type="primFontSz" for="des" forName="textRect" refType="primFontSz" refFor="des" refForName="pictRect" op="equ" fact="0.77"/>
      <dgm:constr type="w" for="ch" forName="compNode" refType="w"/>
      <dgm:constr type="h" for="ch" forName="compNode" refType="h"/>
      <dgm:constr type="h" for="des" forName="pictRect" op="equ"/>
      <dgm:constr type="h" for="des" forName="pictRect" refType="primFontSz" refFor="des" refForName="pictRect" fact="3"/>
      <dgm:constr type="w" for="ch" ptType="sibTrans" refType="w" refFor="ch" refForName="compNode" op="equ" fact="0.1"/>
      <dgm:constr type="sp" refType="w" refFor="ch" refForName="compNode" op="equ" fact="0.1"/>
    </dgm:constrLst>
    <dgm:ruleLst/>
    <dgm:forEach name="Name4" axis="ch" ptType="node" cnt="20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h" for="ch" forName="pictRect" refType="h" fact="0.1"/>
          <dgm:constr type="l" for="ch" forName="pictRect"/>
          <dgm:constr type="t" for="ch" forName="pictRect"/>
          <dgm:constr type="l" for="ch" forName="textRect"/>
          <dgm:constr type="t" for="ch" forName="textRect" refType="b" refFor="ch" refForName="pictRect"/>
        </dgm:constrLst>
        <dgm:ruleLst/>
        <dgm:layoutNode name="pictRect" styleLbl="revTx">
          <dgm:varLst>
            <dgm:chMax val="0"/>
            <dgm:bulletEnabled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hoose name="choosePictRectConstraints">
            <dgm:if name="ifPictRectConstraints" func="var" arg="dir" op="equ" val="norm">
              <dgm:constrLst>
                <dgm:constr type="h" refType="w" op="lte" fact="0.4"/>
                <dgm:constr type="lMarg" val="10.8"/>
                <dgm:constr type="rMarg" refType="primFontSz" fact="0.1"/>
                <dgm:constr type="tMarg" refType="primFontSz" fact="0.1"/>
                <dgm:constr type="bMarg" refType="primFontSz" fact="0.1"/>
              </dgm:constrLst>
            </dgm:if>
            <dgm:else name="elsePictRectConstraints">
              <dgm:constrLst>
                <dgm:constr type="lMarg" refType="primFontSz" fact="0.1"/>
                <dgm:constr type="rMarg" val="10.8"/>
                <dgm:constr type="tMarg" refType="primFontSz" fact="0.1"/>
                <dgm:constr type="bMarg" refType="primFontSz" fact="0.1"/>
              </dgm:constrLst>
            </dgm:else>
          </dgm:choose>
          <dgm:ruleLst>
            <dgm:rule type="h" val="INF" fact="NaN" max="NaN"/>
            <dgm:rule type="primFontSz" val="5" fact="NaN" max="NaN"/>
          </dgm:ruleLst>
        </dgm:layoutNode>
        <dgm:layoutNode name="textRect" styleLbl="revTx">
          <dgm:varLst>
            <dgm:bulletEnabled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hoose name="chooseTextRectConstraints">
            <dgm:if name="ifTextRectConstraints" func="var" arg="dir" op="equ" val="norm">
              <dgm:constrLst>
                <dgm:constr type="lMarg" val="10.8"/>
                <dgm:constr type="rMarg" refType="primFontSz" fact="0.1"/>
                <dgm:constr type="tMarg" refType="primFontSz" fact="0.1"/>
                <dgm:constr type="bMarg" refType="primFontSz" fact="0.1"/>
              </dgm:constrLst>
            </dgm:if>
            <dgm:else name="elseTextRectConstraints">
              <dgm:constrLst>
                <dgm:constr type="lMarg" refType="primFontSz" fact="0.1"/>
                <dgm:constr type="rMarg" val="10.8"/>
                <dgm:constr type="tMarg" refType="primFontSz" fact="0.1"/>
                <dgm:constr type="bMarg" refType="primFontSz" fact="0.1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5" axis="followSib" ptType="sibTrans" cnt="1">
        <dgm:layoutNode name="sibTrans">
          <dgm:alg type="sp"/>
          <dgm:shape xmlns:r="http://schemas.openxmlformats.org/officeDocument/2006/relationships" type="rect" r:blip="" hideGeom="1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5760" y="5218032"/>
            <a:ext cx="11460480" cy="786384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4000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760" y="5972629"/>
            <a:ext cx="11460480" cy="480373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1999" cy="4986425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A6C9C7-A264-237A-7F3C-46E6A7A9646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567B50E4-2343-4B20-80BE-1605C97DFB16}" type="datetime1">
              <a:rPr lang="en-US" smtClean="0"/>
              <a:t>3/8/2026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B5B8C48-05E9-5280-3F6A-22F8BCBB477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BC820F-C031-6832-5CA0-B972903E0D5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6080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2DE44A-7CD8-4860-9BDC-2BE4C911F6D0}" type="datetime1">
              <a:rPr lang="en-US" smtClean="0"/>
              <a:t>3/8/2026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7828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68896" y="1129554"/>
            <a:ext cx="4361688" cy="347523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5400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68897" y="4731335"/>
            <a:ext cx="4206240" cy="1184585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2000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658495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168895" y="6453002"/>
            <a:ext cx="1707625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E38EAEAF-D16E-446F-97F9-D23FB245CB45}" type="datetime1">
              <a:rPr lang="en-US" smtClean="0"/>
              <a:t>3/8/2026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02515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5760" y="411480"/>
            <a:ext cx="4654296" cy="3739896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5200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760" y="4873752"/>
            <a:ext cx="4206240" cy="1380744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596128" y="0"/>
            <a:ext cx="6595872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7160" y="6453002"/>
            <a:ext cx="1951777" cy="365125"/>
          </a:xfrm>
        </p:spPr>
        <p:txBody>
          <a:bodyPr/>
          <a:lstStyle/>
          <a:p>
            <a:fld id="{782E7A21-5BA8-4C4C-9705-3A1EA342AD8A}" type="datetime1">
              <a:rPr lang="en-US" smtClean="0"/>
              <a:t>3/8/2026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2088937" y="6453002"/>
            <a:ext cx="2805405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4844578" y="6453002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0391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548642"/>
            <a:ext cx="7478991" cy="3635797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7000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73553"/>
            <a:ext cx="6655522" cy="1545336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2200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BE73BE-5F1F-40EF-8F67-E3F24D65884D}" type="datetime1">
              <a:rPr lang="en-US" smtClean="0"/>
              <a:t>3/8/2026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98274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8008" y="854239"/>
            <a:ext cx="7876287" cy="3592629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7200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8368" y="4617138"/>
            <a:ext cx="7375466" cy="1014984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68EF1-668D-4AD0-8652-1F3B3622EDC2}" type="datetime1">
              <a:rPr lang="en-US" smtClean="0"/>
              <a:t>3/8/2026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30627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81200" y="1318302"/>
            <a:ext cx="8229600" cy="2621154"/>
          </a:xfrm>
        </p:spPr>
        <p:txBody>
          <a:bodyPr anchor="b">
            <a:normAutofit/>
          </a:bodyPr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4039647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95609F-9B5B-4E29-8DB1-457A85E01A27}" type="datetime1">
              <a:rPr lang="en-US" smtClean="0"/>
              <a:t>3/8/2026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09963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74320" y="1801368"/>
            <a:ext cx="7772400" cy="4572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7400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A0DE37-B9D6-425C-B79B-6C6DFFBD0DA2}" type="datetime1">
              <a:rPr lang="en-US" smtClean="0"/>
              <a:t>3/8/2026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010910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64108"/>
            <a:ext cx="8467558" cy="1554480"/>
          </a:xfrm>
        </p:spPr>
        <p:txBody>
          <a:bodyPr anchor="b">
            <a:norm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647" y="2333860"/>
            <a:ext cx="8467558" cy="3689909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2400"/>
            </a:lvl1pPr>
            <a:lvl2pPr marL="685800" indent="-457200">
              <a:buFont typeface="+mj-lt"/>
              <a:buAutoNum type="arabicPeriod"/>
              <a:defRPr sz="2000"/>
            </a:lvl2pPr>
            <a:lvl3pPr marL="800100" indent="-342900">
              <a:buFont typeface="+mj-lt"/>
              <a:buAutoNum type="arabicPeriod"/>
              <a:defRPr sz="1800"/>
            </a:lvl3pPr>
            <a:lvl4pPr marL="1028700" indent="-342900">
              <a:buFont typeface="+mj-lt"/>
              <a:buAutoNum type="arabicPeriod"/>
              <a:defRPr sz="1600"/>
            </a:lvl4pPr>
            <a:lvl5pPr marL="1257300" indent="-342900">
              <a:buFont typeface="+mj-lt"/>
              <a:buAutoNum type="arabicPeriod"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5B0EE-4023-4E3C-8875-10AA631453CF}" type="datetime1">
              <a:rPr lang="en-US" smtClean="0"/>
              <a:t>3/8/2026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17971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0" y="1161288"/>
            <a:ext cx="4663440" cy="1554480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9AC20259-235D-F9C3-3788-C1457976F5A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6099048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858000" y="2825496"/>
            <a:ext cx="4663440" cy="3337560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2000"/>
            </a:lvl1pPr>
            <a:lvl2pPr marL="571500" indent="-342900">
              <a:buFont typeface="+mj-lt"/>
              <a:buAutoNum type="arabicPeriod"/>
              <a:defRPr sz="1800"/>
            </a:lvl2pPr>
            <a:lvl3pPr marL="800100" indent="-342900">
              <a:buFont typeface="+mj-lt"/>
              <a:buAutoNum type="arabicPeriod"/>
              <a:defRPr sz="1600"/>
            </a:lvl3pPr>
            <a:lvl4pPr marL="1028700" indent="-342900">
              <a:buFont typeface="+mj-lt"/>
              <a:buAutoNum type="arabicPeriod"/>
              <a:defRPr sz="1400"/>
            </a:lvl4pPr>
            <a:lvl5pPr>
              <a:buFont typeface="+mj-lt"/>
              <a:buAutoNum type="arabicPeriod"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57999" y="6453002"/>
            <a:ext cx="1996689" cy="365125"/>
          </a:xfrm>
        </p:spPr>
        <p:txBody>
          <a:bodyPr/>
          <a:lstStyle/>
          <a:p>
            <a:fld id="{CE6CA204-B091-40ED-8158-331EE628B522}" type="datetime1">
              <a:rPr lang="en-US" smtClean="0"/>
              <a:t>3/8/2026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09796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347" y="2385975"/>
            <a:ext cx="4325112" cy="2454796"/>
          </a:xfrm>
        </p:spPr>
        <p:txBody>
          <a:bodyPr>
            <a:norm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73800" y="2386584"/>
            <a:ext cx="4325112" cy="2459736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92F09-9D88-4105-92F6-7298804EAA90}" type="datetime1">
              <a:rPr lang="en-US" smtClean="0"/>
              <a:t>3/8/2026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5260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347" y="2258568"/>
            <a:ext cx="3813048" cy="355701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2254250"/>
            <a:ext cx="4956175" cy="35560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44F96-061D-4D71-97A2-2371A43FDE7C}" type="datetime1">
              <a:rPr lang="en-US" smtClean="0"/>
              <a:t>3/8/2026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568543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8" y="1537853"/>
            <a:ext cx="4145582" cy="4638825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1538288"/>
            <a:ext cx="5681662" cy="481806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5FE133-02A7-439F-9131-2680F754099D}" type="datetime1">
              <a:rPr lang="en-US" smtClean="0"/>
              <a:t>3/8/2026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909869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7" y="877456"/>
            <a:ext cx="4142232" cy="4940661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22913" y="877456"/>
            <a:ext cx="6159500" cy="539082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1BF7DD-C7D0-4333-B18D-CCAF5427F9DD}" type="datetime1">
              <a:rPr lang="en-US" smtClean="0"/>
              <a:t>3/8/2026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899912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533" y="548639"/>
            <a:ext cx="3494314" cy="5719639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04268" y="549274"/>
            <a:ext cx="7315200" cy="5806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415979-091A-4302-A385-56FC1CE52E32}" type="datetime1">
              <a:rPr lang="en-US" smtClean="0"/>
              <a:t>3/8/2026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463307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38937" y="548640"/>
            <a:ext cx="6093225" cy="1143000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479388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38937" y="1828800"/>
            <a:ext cx="6071616" cy="448970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742B5C-5438-96A4-4A2A-AE939906F8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5538937" y="6453002"/>
            <a:ext cx="3337584" cy="365125"/>
          </a:xfrm>
        </p:spPr>
        <p:txBody>
          <a:bodyPr/>
          <a:lstStyle/>
          <a:p>
            <a:fld id="{7836D543-476D-434F-B209-1A114B2E3F04}" type="datetime1">
              <a:rPr lang="en-US" smtClean="0"/>
              <a:t>3/8/2026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162151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6135624" cy="1143000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4" y="1828800"/>
            <a:ext cx="6135624" cy="448970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400544" y="0"/>
            <a:ext cx="4791456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81177663-FC76-DF36-EEB7-5BE4C6C82F3A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83DD0F20-7689-42E6-8664-6AA00B79F132}" type="datetime1">
              <a:rPr lang="en-US" smtClean="0"/>
              <a:t>3/8/2026</a:t>
            </a:fld>
            <a:endParaRPr lang="en-US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4515DEC4-C967-ABFB-73CF-0A90335332A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950591" y="6453002"/>
            <a:ext cx="2805405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5A5085F-BE80-B110-AA1F-9DD0919E27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6706232" y="6453002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995194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45736" y="320040"/>
            <a:ext cx="6858000" cy="93268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402336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45736" y="1380744"/>
            <a:ext cx="6858000" cy="498348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BFB53A-8FDF-F131-DCF2-D7BECE95381F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4745736" y="6453002"/>
            <a:ext cx="3494314" cy="365125"/>
          </a:xfrm>
        </p:spPr>
        <p:txBody>
          <a:bodyPr/>
          <a:lstStyle/>
          <a:p>
            <a:fld id="{30F2F577-5BDA-4749-9F3F-0D340DC0D6A8}" type="datetime1">
              <a:rPr lang="en-US" smtClean="0"/>
              <a:t>3/8/2026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137499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320040"/>
            <a:ext cx="6858000" cy="93268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7" y="1380744"/>
            <a:ext cx="6858000" cy="498348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91732" y="0"/>
            <a:ext cx="4100267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AC9378AD-A6D7-4162-BB5C-47C49B2E145B}" type="datetime1">
              <a:rPr lang="en-US" smtClean="0"/>
              <a:t>3/8/2026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285799" y="6453002"/>
            <a:ext cx="2805405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7041440" y="6453002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948167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53808" y="584339"/>
            <a:ext cx="4361688" cy="152704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661150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253745" y="2212975"/>
            <a:ext cx="4362450" cy="409575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253745" y="6453002"/>
            <a:ext cx="1622776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67B65D3-547A-48A8-9F1F-13ED0B55ACC6}" type="datetime1">
              <a:rPr lang="en-US" smtClean="0"/>
              <a:t>3/8/2026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233348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83413"/>
            <a:ext cx="4361688" cy="152704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5" y="2212975"/>
            <a:ext cx="4360863" cy="409575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453002"/>
            <a:ext cx="2031073" cy="365125"/>
          </a:xfrm>
        </p:spPr>
        <p:txBody>
          <a:bodyPr/>
          <a:lstStyle/>
          <a:p>
            <a:fld id="{76A7CFE7-E645-4439-AA6B-DA8CF856D63E}" type="datetime1">
              <a:rPr lang="en-US" smtClean="0"/>
              <a:t>3/8/2026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745480" y="0"/>
            <a:ext cx="644652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68233" y="6453002"/>
            <a:ext cx="2805405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923874" y="6453002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261622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94553" y="320040"/>
            <a:ext cx="4522936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" y="0"/>
            <a:ext cx="649224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104888" y="1380744"/>
            <a:ext cx="4512601" cy="498348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104491" y="6453002"/>
            <a:ext cx="1772029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E8B2C0DB-994F-48B0-91F4-5F06C3B86E32}" type="datetime1">
              <a:rPr lang="en-US" smtClean="0"/>
              <a:t>3/8/2026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729744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320040"/>
            <a:ext cx="4572000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4" y="1380744"/>
            <a:ext cx="4572000" cy="498348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453002"/>
            <a:ext cx="2031073" cy="365125"/>
          </a:xfrm>
        </p:spPr>
        <p:txBody>
          <a:bodyPr/>
          <a:lstStyle/>
          <a:p>
            <a:fld id="{D3F6A089-BE3E-4BB0-98EE-FDF712FF3613}" type="datetime1">
              <a:rPr lang="en-US" smtClean="0"/>
              <a:t>3/8/2026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917720" y="0"/>
            <a:ext cx="627427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68233" y="6453002"/>
            <a:ext cx="2805405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923874" y="6453002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067963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12663" y="583413"/>
            <a:ext cx="3401568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758414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212790" y="2212975"/>
            <a:ext cx="3401568" cy="409575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305F20-8340-4F06-2EA5-4D05FFED458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8212663" y="6453002"/>
            <a:ext cx="922372" cy="365125"/>
          </a:xfrm>
        </p:spPr>
        <p:txBody>
          <a:bodyPr/>
          <a:lstStyle/>
          <a:p>
            <a:fld id="{AC101298-AE91-4071-9C72-5A98117ABE14}" type="datetime1">
              <a:rPr lang="en-US" smtClean="0"/>
              <a:t>3/8/2026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9135035" y="6453002"/>
            <a:ext cx="2546891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714811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83413"/>
            <a:ext cx="3401568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5" y="2212975"/>
            <a:ext cx="3401568" cy="409575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453002"/>
            <a:ext cx="1067625" cy="365125"/>
          </a:xfrm>
        </p:spPr>
        <p:txBody>
          <a:bodyPr/>
          <a:lstStyle/>
          <a:p>
            <a:fld id="{EABE4333-790C-44CD-B503-F52418ED809A}" type="datetime1">
              <a:rPr lang="en-US" smtClean="0"/>
              <a:t>3/8/2026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761780" y="0"/>
            <a:ext cx="743021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04785" y="6453002"/>
            <a:ext cx="2805405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960426" y="6453002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090347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43102" y="1078992"/>
            <a:ext cx="3273552" cy="1942773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778136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344096" y="3099816"/>
            <a:ext cx="3273552" cy="295351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43102" y="6453002"/>
            <a:ext cx="1003659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D2397CCD-8E49-4379-8DCB-9F17CAEDFC10}" type="datetime1">
              <a:rPr lang="en-US" smtClean="0"/>
              <a:t>3/8/2026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346761" y="6453002"/>
            <a:ext cx="2335165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068412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5012268"/>
            <a:ext cx="3739896" cy="1390330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0"/>
            <a:ext cx="12192000" cy="4635132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6146F6-C62B-441B-BAD2-D550454B4D53}" type="datetime1">
              <a:rPr lang="en-US" smtClean="0"/>
              <a:t>3/8/2026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49240" y="5012267"/>
            <a:ext cx="6400800" cy="1390330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6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182528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4162318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0"/>
            <a:ext cx="12192000" cy="377827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383A68-D563-4FD5-B11F-54F8D5F1E37F}" type="datetime1">
              <a:rPr lang="en-US" smtClean="0"/>
              <a:t>3/8/2026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4162318"/>
            <a:ext cx="7772400" cy="224028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514350" indent="-285750">
              <a:buFont typeface="Arial" panose="020B0604020202020204" pitchFamily="34" charset="0"/>
              <a:buChar char="•"/>
              <a:defRPr sz="16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400"/>
            </a:lvl4pPr>
            <a:lvl5pPr marL="1085850" indent="-171450">
              <a:buFont typeface="Arial" panose="020B0604020202020204" pitchFamily="34" charset="0"/>
              <a:buChar char="•"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222790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561425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3079730"/>
            <a:ext cx="12192000" cy="377827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59778"/>
            <a:ext cx="3494314" cy="365125"/>
          </a:xfrm>
        </p:spPr>
        <p:txBody>
          <a:bodyPr/>
          <a:lstStyle/>
          <a:p>
            <a:fld id="{3148FABB-02FF-476F-AB37-BDD0E354E780}" type="datetime1">
              <a:rPr lang="en-US" smtClean="0"/>
              <a:t>3/8/2026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561425"/>
            <a:ext cx="7772400" cy="224028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514350" indent="-285750">
              <a:buFont typeface="Arial" panose="020B0604020202020204" pitchFamily="34" charset="0"/>
              <a:buChar char="•"/>
              <a:defRPr sz="16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400"/>
            </a:lvl4pPr>
            <a:lvl5pPr marL="1085850" indent="-171450">
              <a:buFont typeface="Arial" panose="020B0604020202020204" pitchFamily="34" charset="0"/>
              <a:buChar char="•"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76521" y="59778"/>
            <a:ext cx="2805405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32162" y="5977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635590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603504"/>
            <a:ext cx="10972802" cy="970463"/>
          </a:xfrm>
        </p:spPr>
        <p:txBody>
          <a:bodyPr anchor="ctr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12645" y="1828800"/>
            <a:ext cx="6172200" cy="4425696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327395" y="1828800"/>
            <a:ext cx="4251960" cy="4428871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A428D3-736A-4038-886C-8BF662AA2745}" type="datetime1">
              <a:rPr lang="en-US" smtClean="0"/>
              <a:t>3/8/2026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18210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39"/>
            <a:ext cx="4672584" cy="145389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12648" y="2290890"/>
            <a:ext cx="4672584" cy="404164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0" y="549275"/>
            <a:ext cx="5585925" cy="578326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D1DDEB-9B85-4E99-8A3D-ABE66C6280C3}" type="datetime1">
              <a:rPr lang="en-US" smtClean="0"/>
              <a:t>3/8/2026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659488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8" y="550217"/>
            <a:ext cx="3657603" cy="1453896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31521" y="2295144"/>
            <a:ext cx="3490176" cy="404164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016500" y="549275"/>
            <a:ext cx="6561138" cy="575945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A65DCA-443F-4667-9ED1-418507CE45A8}" type="datetime1">
              <a:rPr lang="en-US" smtClean="0"/>
              <a:t>3/8/2026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179646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g 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4944" y="4718304"/>
            <a:ext cx="5897880" cy="135331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lnSpc>
                <a:spcPct val="120000"/>
              </a:lnSpc>
              <a:defRPr lang="en-US" sz="2800" b="0" dirty="0">
                <a:solidFill>
                  <a:schemeClr val="accent1">
                    <a:lumMod val="75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39496" y="603503"/>
            <a:ext cx="10826496" cy="4334256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lang="en-US" sz="23200" b="1" dirty="0">
                <a:solidFill>
                  <a:schemeClr val="accent1">
                    <a:lumMod val="7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A1557D-4816-44D0-B6EE-6CAC6E30B54D}" type="datetime1">
              <a:rPr lang="en-US" smtClean="0"/>
              <a:t>3/8/2026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181632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g Numb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4809744"/>
            <a:ext cx="7525512" cy="1545336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800" b="0">
                <a:solidFill>
                  <a:schemeClr val="accent1">
                    <a:lumMod val="75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0" y="640079"/>
            <a:ext cx="10543032" cy="4206240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23200" b="1">
                <a:solidFill>
                  <a:schemeClr val="accent1">
                    <a:lumMod val="7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1F872E-5ED2-46B0-83A4-0C1AF0E0D91C}" type="datetime1">
              <a:rPr lang="en-US" smtClean="0"/>
              <a:t>3/8/2026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48351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g Number 3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4B1ECB8-9E10-D2F3-E361-7D268551E2E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4809744"/>
            <a:ext cx="7525512" cy="1545336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800" b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0" y="640079"/>
            <a:ext cx="10543032" cy="4206240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23200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18575-0C6E-47B4-936E-32183810D7BF}" type="datetime1">
              <a:rPr lang="en-US" smtClean="0"/>
              <a:t>3/8/2026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054152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C29FB5-1C86-423F-AEAA-2683840666C3}" type="datetime1">
              <a:rPr lang="en-US" smtClean="0"/>
              <a:t>3/8/2026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630936"/>
            <a:ext cx="8266176" cy="5605272"/>
          </a:xfrm>
        </p:spPr>
        <p:txBody>
          <a:bodyPr anchor="ctr">
            <a:normAutofit/>
          </a:bodyPr>
          <a:lstStyle>
            <a:lvl1pPr marL="0" indent="0">
              <a:lnSpc>
                <a:spcPct val="100000"/>
              </a:lnSpc>
              <a:buNone/>
              <a:defRPr sz="5400" b="1"/>
            </a:lvl1pPr>
            <a:lvl2pPr marL="228600" indent="0">
              <a:lnSpc>
                <a:spcPct val="100000"/>
              </a:lnSpc>
              <a:buNone/>
              <a:defRPr sz="4800" b="1"/>
            </a:lvl2pPr>
            <a:lvl3pPr marL="457200" indent="0">
              <a:lnSpc>
                <a:spcPct val="100000"/>
              </a:lnSpc>
              <a:buNone/>
              <a:defRPr sz="4400" b="1"/>
            </a:lvl3pPr>
            <a:lvl4pPr marL="685800" indent="0">
              <a:lnSpc>
                <a:spcPct val="100000"/>
              </a:lnSpc>
              <a:buNone/>
              <a:defRPr sz="4000" b="1"/>
            </a:lvl4pPr>
            <a:lvl5pPr marL="914400" indent="0">
              <a:lnSpc>
                <a:spcPct val="100000"/>
              </a:lnSpc>
              <a:buNone/>
              <a:defRPr sz="3600" b="1"/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5998771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1CCB4E-88AF-46AC-B7C5-30308F179659}" type="datetime1">
              <a:rPr lang="en-US" smtClean="0"/>
              <a:t>3/8/2026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1929384"/>
            <a:ext cx="8266176" cy="4142232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5000" b="1"/>
            </a:lvl1pPr>
            <a:lvl2pPr marL="228600" indent="0">
              <a:lnSpc>
                <a:spcPct val="100000"/>
              </a:lnSpc>
              <a:buNone/>
              <a:defRPr sz="4400" b="1"/>
            </a:lvl2pPr>
            <a:lvl3pPr marL="457200" indent="0">
              <a:lnSpc>
                <a:spcPct val="100000"/>
              </a:lnSpc>
              <a:buNone/>
              <a:defRPr sz="4000" b="1"/>
            </a:lvl3pPr>
            <a:lvl4pPr marL="685800" indent="0">
              <a:lnSpc>
                <a:spcPct val="100000"/>
              </a:lnSpc>
              <a:buNone/>
              <a:defRPr sz="3600" b="1"/>
            </a:lvl4pPr>
            <a:lvl5pPr marL="914400" indent="0">
              <a:lnSpc>
                <a:spcPct val="100000"/>
              </a:lnSpc>
              <a:buNone/>
              <a:defRPr sz="3200" b="1"/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17623879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915B6-CC2A-4462-A7E5-B3080DF8F97D}" type="datetime1">
              <a:rPr lang="en-US" smtClean="0"/>
              <a:t>3/8/2026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548640"/>
            <a:ext cx="8266176" cy="5605272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5000" b="1"/>
            </a:lvl1pPr>
            <a:lvl2pPr marL="228600" indent="0">
              <a:lnSpc>
                <a:spcPct val="100000"/>
              </a:lnSpc>
              <a:buNone/>
              <a:defRPr sz="4400" b="1"/>
            </a:lvl2pPr>
            <a:lvl3pPr marL="457200" indent="0">
              <a:lnSpc>
                <a:spcPct val="100000"/>
              </a:lnSpc>
              <a:buNone/>
              <a:defRPr sz="4000" b="1"/>
            </a:lvl3pPr>
            <a:lvl4pPr marL="685800" indent="0">
              <a:lnSpc>
                <a:spcPct val="100000"/>
              </a:lnSpc>
              <a:buNone/>
              <a:defRPr sz="3600" b="1"/>
            </a:lvl4pPr>
            <a:lvl5pPr marL="914400" indent="0">
              <a:lnSpc>
                <a:spcPct val="100000"/>
              </a:lnSpc>
              <a:buNone/>
              <a:defRPr sz="3200" b="1"/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83806998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77008" y="5431536"/>
            <a:ext cx="9021471" cy="466344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200">
                <a:solidFill>
                  <a:schemeClr val="accent1">
                    <a:lumMod val="75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1188720"/>
            <a:ext cx="9198864" cy="365760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188F7-A494-4EEB-A53D-2B97B1D4CD3C}" type="datetime1">
              <a:rPr lang="en-US" smtClean="0"/>
              <a:t>3/8/2026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697578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06DECC02-1725-49EE-C93B-A4C2C4049458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77009" y="5349240"/>
            <a:ext cx="9043416" cy="466344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1344168"/>
            <a:ext cx="9198864" cy="329184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406BC0-1562-42E5-89A2-925CA193C8A6}" type="datetime1">
              <a:rPr lang="en-US" smtClean="0"/>
              <a:t>3/8/2026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796500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90041" y="5669280"/>
            <a:ext cx="8805672" cy="466344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200">
                <a:solidFill>
                  <a:schemeClr val="accent1">
                    <a:lumMod val="75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1097280"/>
            <a:ext cx="8961120" cy="347472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4200">
                <a:latin typeface="+mj-lt"/>
              </a:defRPr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7F376A-778D-45CF-8340-DB03B2DA6A3E}" type="datetime1">
              <a:rPr lang="en-US" smtClean="0"/>
              <a:t>3/8/2026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1740305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741152" cy="1132258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4DC103C-4E45-07FA-2734-5BAE2624DC4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2775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88F1ED9-CE64-0191-F909-FDC002A745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9DFF5A-622E-43FE-9EE9-BAAB78AB2046}" type="datetime1">
              <a:rPr lang="en-US" smtClean="0"/>
              <a:t>3/8/2026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3745927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7396"/>
            <a:ext cx="10745788" cy="114329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68573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86E5640-DE07-46FE-2EFB-FCD8C5238D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09600" y="2387600"/>
            <a:ext cx="5157788" cy="376396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573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0D5795C-6228-AA6F-1CF7-AD7010686BC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72200" y="2387600"/>
            <a:ext cx="5183188" cy="376396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5C09E-FF30-4AA0-A227-171955622259}" type="datetime1">
              <a:rPr lang="en-US" smtClean="0"/>
              <a:t>3/8/2026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9592385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B279FF-407B-4B41-9E69-DE66ED04A328}" type="datetime1">
              <a:rPr lang="en-US" smtClean="0"/>
              <a:t>3/8/2026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9361228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03E812-757D-4139-AF81-227C72D4B544}" type="datetime1">
              <a:rPr lang="en-US" smtClean="0"/>
              <a:t>3/8/2026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1944076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8" y="2311121"/>
            <a:ext cx="3595634" cy="3993263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5"/>
            <a:ext cx="6440258" cy="5755109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6A7E1-C424-43A5-938A-12DEC0A1D59D}" type="datetime1">
              <a:rPr lang="en-US" smtClean="0"/>
              <a:t>3/8/2026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830146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57784"/>
            <a:ext cx="3595634" cy="2212313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8" y="2826137"/>
            <a:ext cx="3585586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5063319" y="557784"/>
            <a:ext cx="6519080" cy="5779007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7C4FC2-B89B-4919-A96B-662A3584681C}" type="datetime1">
              <a:rPr lang="en-US" smtClean="0"/>
              <a:t>3/8/2026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0832529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6" y="1847088"/>
            <a:ext cx="10888473" cy="1133856"/>
          </a:xfrm>
        </p:spPr>
        <p:txBody>
          <a:bodyPr anchor="b">
            <a:normAutofit/>
          </a:bodyPr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775" y="3594099"/>
            <a:ext cx="10890374" cy="274320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24BE51-D660-433D-AABA-154BE028E64E}" type="datetime1">
              <a:rPr lang="en-US" smtClean="0"/>
              <a:t>3/8/2026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185049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1627318"/>
            <a:ext cx="8430767" cy="1842020"/>
          </a:xfrm>
        </p:spPr>
        <p:txBody>
          <a:bodyPr anchor="b">
            <a:normAutofit/>
          </a:bodyPr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5" y="3622674"/>
            <a:ext cx="8430639" cy="1279615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  <a:lvl2pPr marL="228600" indent="0">
              <a:buNone/>
              <a:defRPr sz="2000"/>
            </a:lvl2pPr>
            <a:lvl3pPr marL="457200" indent="0">
              <a:buNone/>
              <a:defRPr sz="1800"/>
            </a:lvl3pPr>
            <a:lvl4pPr marL="685800" indent="0">
              <a:buNone/>
              <a:defRPr sz="16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61F76E-6064-4431-B5C4-29A511725BCF}" type="datetime1">
              <a:rPr lang="en-US" smtClean="0"/>
              <a:t>3/8/2026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943906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7160" y="6453002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5EE9E671-1C83-40F7-9D33-FE8AAC7F721F}" type="datetime1">
              <a:rPr lang="en-US" smtClean="0"/>
              <a:t>3/8/2026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76521" y="6453002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2162" y="645300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8922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9" r:id="rId1"/>
    <p:sldLayoutId id="2147483758" r:id="rId2"/>
    <p:sldLayoutId id="2147483760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  <p:sldLayoutId id="2147483720" r:id="rId12"/>
    <p:sldLayoutId id="2147483721" r:id="rId13"/>
    <p:sldLayoutId id="2147483722" r:id="rId14"/>
    <p:sldLayoutId id="2147483723" r:id="rId15"/>
    <p:sldLayoutId id="2147483724" r:id="rId16"/>
    <p:sldLayoutId id="2147483725" r:id="rId17"/>
    <p:sldLayoutId id="2147483726" r:id="rId18"/>
    <p:sldLayoutId id="2147483727" r:id="rId19"/>
    <p:sldLayoutId id="2147483728" r:id="rId20"/>
    <p:sldLayoutId id="2147483729" r:id="rId21"/>
    <p:sldLayoutId id="2147483730" r:id="rId22"/>
    <p:sldLayoutId id="2147483731" r:id="rId23"/>
    <p:sldLayoutId id="2147483732" r:id="rId24"/>
    <p:sldLayoutId id="2147483733" r:id="rId25"/>
    <p:sldLayoutId id="2147483734" r:id="rId26"/>
    <p:sldLayoutId id="2147483735" r:id="rId27"/>
    <p:sldLayoutId id="2147483736" r:id="rId28"/>
    <p:sldLayoutId id="2147483737" r:id="rId29"/>
    <p:sldLayoutId id="2147483738" r:id="rId30"/>
    <p:sldLayoutId id="2147483739" r:id="rId31"/>
    <p:sldLayoutId id="2147483740" r:id="rId32"/>
    <p:sldLayoutId id="2147483741" r:id="rId33"/>
    <p:sldLayoutId id="2147483742" r:id="rId34"/>
    <p:sldLayoutId id="2147483743" r:id="rId35"/>
    <p:sldLayoutId id="2147483744" r:id="rId36"/>
    <p:sldLayoutId id="2147483745" r:id="rId37"/>
    <p:sldLayoutId id="2147483746" r:id="rId38"/>
    <p:sldLayoutId id="2147483747" r:id="rId39"/>
    <p:sldLayoutId id="2147483748" r:id="rId40"/>
    <p:sldLayoutId id="2147483749" r:id="rId41"/>
    <p:sldLayoutId id="2147483750" r:id="rId42"/>
    <p:sldLayoutId id="2147483751" r:id="rId43"/>
    <p:sldLayoutId id="2147483752" r:id="rId44"/>
    <p:sldLayoutId id="2147483753" r:id="rId45"/>
    <p:sldLayoutId id="2147483754" r:id="rId46"/>
    <p:sldLayoutId id="2147483755" r:id="rId47"/>
    <p:sldLayoutId id="2147483756" r:id="rId48"/>
    <p:sldLayoutId id="2147483757" r:id="rId49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5B46D0-2938-7992-E237-E84B3836160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5760" y="5218032"/>
            <a:ext cx="11460480" cy="786384"/>
          </a:xfrm>
        </p:spPr>
        <p:txBody>
          <a:bodyPr anchor="b">
            <a:normAutofit/>
          </a:bodyPr>
          <a:lstStyle/>
          <a:p>
            <a:r>
              <a:rPr lang="en-US" altLang="ko-KR" dirty="0"/>
              <a:t>Admin Web Site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56DD888-53C2-B67B-B088-01A03E5636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760" y="5972629"/>
            <a:ext cx="11460480" cy="480373"/>
          </a:xfrm>
        </p:spPr>
        <p:txBody>
          <a:bodyPr>
            <a:normAutofit/>
          </a:bodyPr>
          <a:lstStyle/>
          <a:p>
            <a:r>
              <a:rPr lang="en-US" altLang="ko-KR" dirty="0"/>
              <a:t>C# Blazor</a:t>
            </a:r>
            <a:r>
              <a:rPr lang="ko-KR" altLang="en-US" dirty="0"/>
              <a:t>를 통한 </a:t>
            </a:r>
            <a:r>
              <a:rPr lang="ko-KR" altLang="en-US" dirty="0" err="1"/>
              <a:t>어드민</a:t>
            </a:r>
            <a:r>
              <a:rPr lang="ko-KR" altLang="en-US" dirty="0"/>
              <a:t> 페이지 기획안</a:t>
            </a:r>
          </a:p>
        </p:txBody>
      </p:sp>
      <p:sp>
        <p:nvSpPr>
          <p:cNvPr id="8" name="Picture Placeholder 3">
            <a:extLst>
              <a:ext uri="{FF2B5EF4-FFF2-40B4-BE49-F238E27FC236}">
                <a16:creationId xmlns:a16="http://schemas.microsoft.com/office/drawing/2014/main" id="{CB4024F8-8690-6ABE-0DC5-F15E80A6474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1999" cy="4986425"/>
          </a:xfrm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60099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BF6AE5-5503-09EC-5DC0-48C2A867EB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6135624" cy="1143000"/>
          </a:xfrm>
        </p:spPr>
        <p:txBody>
          <a:bodyPr anchor="b">
            <a:normAutofit/>
          </a:bodyPr>
          <a:lstStyle/>
          <a:p>
            <a:r>
              <a:rPr lang="ko-KR" altLang="en-US" dirty="0"/>
              <a:t>레이어 구분</a:t>
            </a:r>
          </a:p>
        </p:txBody>
      </p:sp>
      <p:graphicFrame>
        <p:nvGraphicFramePr>
          <p:cNvPr id="9" name="내용 개체 틀 2">
            <a:extLst>
              <a:ext uri="{FF2B5EF4-FFF2-40B4-BE49-F238E27FC236}">
                <a16:creationId xmlns:a16="http://schemas.microsoft.com/office/drawing/2014/main" id="{7AEC0AB8-9213-846F-1B1F-D31DF09ADD0E}"/>
              </a:ext>
            </a:extLst>
          </p:cNvPr>
          <p:cNvGraphicFramePr>
            <a:graphicFrameLocks noGrp="1"/>
          </p:cNvGraphicFramePr>
          <p:nvPr>
            <p:ph sz="quarter" idx="14"/>
            <p:extLst>
              <p:ext uri="{D42A27DB-BD31-4B8C-83A1-F6EECF244321}">
                <p14:modId xmlns:p14="http://schemas.microsoft.com/office/powerpoint/2010/main" val="1940480196"/>
              </p:ext>
              <p:ext uri="{E7BDC344-281C-4309-B0C6-D0EE65EED2A8}">
                <p202:designPr xmlns:p202="http://schemas.microsoft.com/office/powerpoint/2020/02/main">
                  <p202:designTagLst>
                    <p202:designTag name="ARCH:1:VSVAR" val="TitledTextBox"/>
                    <p202:designTag name="ARCH:1:CLS" val="InformationBlock"/>
                  </p202:designTagLst>
                </p202:designPr>
              </p:ext>
            </p:extLst>
          </p:nvPr>
        </p:nvGraphicFramePr>
        <p:xfrm>
          <a:off x="612774" y="1828800"/>
          <a:ext cx="6135624" cy="448970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직사각형 3">
            <a:extLst>
              <a:ext uri="{FF2B5EF4-FFF2-40B4-BE49-F238E27FC236}">
                <a16:creationId xmlns:a16="http://schemas.microsoft.com/office/drawing/2014/main" id="{B6B19848-F6DD-65B2-E51B-B55465F839A1}"/>
              </a:ext>
            </a:extLst>
          </p:cNvPr>
          <p:cNvSpPr/>
          <p:nvPr/>
        </p:nvSpPr>
        <p:spPr>
          <a:xfrm>
            <a:off x="7692705" y="5343787"/>
            <a:ext cx="4135772" cy="1098958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코어</a:t>
            </a:r>
            <a:endParaRPr lang="en-US" altLang="ko-KR" dirty="0"/>
          </a:p>
          <a:p>
            <a:pPr algn="ctr"/>
            <a:r>
              <a:rPr lang="en-US" altLang="ko-KR" dirty="0"/>
              <a:t>(Core)</a:t>
            </a:r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17B96CD-F428-87A4-BBEC-22B8F6ACCF89}"/>
              </a:ext>
            </a:extLst>
          </p:cNvPr>
          <p:cNvSpPr/>
          <p:nvPr/>
        </p:nvSpPr>
        <p:spPr>
          <a:xfrm>
            <a:off x="7692705" y="4168629"/>
            <a:ext cx="4135772" cy="1098958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베이스</a:t>
            </a:r>
            <a:endParaRPr lang="en-US" altLang="ko-KR" dirty="0"/>
          </a:p>
          <a:p>
            <a:pPr algn="ctr"/>
            <a:r>
              <a:rPr lang="en-US" altLang="ko-KR" dirty="0"/>
              <a:t>(Base)</a:t>
            </a:r>
            <a:endParaRPr lang="ko-KR" altLang="en-US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9DB02C3-7565-38AD-CF97-F1C6AC713CD2}"/>
              </a:ext>
            </a:extLst>
          </p:cNvPr>
          <p:cNvSpPr/>
          <p:nvPr/>
        </p:nvSpPr>
        <p:spPr>
          <a:xfrm>
            <a:off x="7692705" y="2993471"/>
            <a:ext cx="2598170" cy="1098958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공통</a:t>
            </a:r>
            <a:endParaRPr lang="en-US" altLang="ko-KR" dirty="0"/>
          </a:p>
          <a:p>
            <a:pPr algn="ctr"/>
            <a:r>
              <a:rPr lang="en-US" altLang="ko-KR" dirty="0"/>
              <a:t>(Common)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49960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438B45-7FC1-009E-194F-5E55E5E47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486B6A-E2F3-1CEA-9B5B-611B7D2B11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 – </a:t>
            </a:r>
            <a:r>
              <a:rPr lang="ko-KR" altLang="en-US" dirty="0"/>
              <a:t>로그인 화면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C4A98E2-19A6-D20A-4D1B-768AD3F6FC00}"/>
              </a:ext>
            </a:extLst>
          </p:cNvPr>
          <p:cNvSpPr/>
          <p:nvPr/>
        </p:nvSpPr>
        <p:spPr>
          <a:xfrm>
            <a:off x="612648" y="1375794"/>
            <a:ext cx="10997967" cy="5192786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39CCCEB-70F7-FCC9-248B-6245645527AD}"/>
              </a:ext>
            </a:extLst>
          </p:cNvPr>
          <p:cNvSpPr/>
          <p:nvPr/>
        </p:nvSpPr>
        <p:spPr>
          <a:xfrm>
            <a:off x="3167404" y="2474997"/>
            <a:ext cx="5544065" cy="299437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3C2D905A-C865-758D-899B-EC669F8F5FCD}"/>
              </a:ext>
            </a:extLst>
          </p:cNvPr>
          <p:cNvSpPr/>
          <p:nvPr/>
        </p:nvSpPr>
        <p:spPr>
          <a:xfrm>
            <a:off x="3167404" y="2474997"/>
            <a:ext cx="2768032" cy="3007209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73E2056-847A-BCA4-C550-6FFEF28895FE}"/>
              </a:ext>
            </a:extLst>
          </p:cNvPr>
          <p:cNvSpPr/>
          <p:nvPr/>
        </p:nvSpPr>
        <p:spPr>
          <a:xfrm>
            <a:off x="6372725" y="3605759"/>
            <a:ext cx="1600200" cy="32657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85F8217-FEB4-9AF0-8B7C-733D1F553BCA}"/>
              </a:ext>
            </a:extLst>
          </p:cNvPr>
          <p:cNvSpPr/>
          <p:nvPr/>
        </p:nvSpPr>
        <p:spPr>
          <a:xfrm>
            <a:off x="6372725" y="4226243"/>
            <a:ext cx="1600200" cy="32657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7AAB65-B151-4DC7-1739-4FC38446D511}"/>
              </a:ext>
            </a:extLst>
          </p:cNvPr>
          <p:cNvSpPr txBox="1"/>
          <p:nvPr/>
        </p:nvSpPr>
        <p:spPr>
          <a:xfrm>
            <a:off x="6372725" y="3372179"/>
            <a:ext cx="32412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00" dirty="0"/>
              <a:t>ID</a:t>
            </a:r>
            <a:endParaRPr lang="ko-KR" altLang="en-US" sz="11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4C3DA7-4304-A398-E140-4C075BB6FC3A}"/>
              </a:ext>
            </a:extLst>
          </p:cNvPr>
          <p:cNvSpPr txBox="1"/>
          <p:nvPr/>
        </p:nvSpPr>
        <p:spPr>
          <a:xfrm>
            <a:off x="6372725" y="3932330"/>
            <a:ext cx="83227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00" dirty="0"/>
              <a:t>Password</a:t>
            </a:r>
            <a:endParaRPr lang="ko-KR" altLang="en-US" sz="1100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A331D02F-218A-1641-1658-1088612825FE}"/>
              </a:ext>
            </a:extLst>
          </p:cNvPr>
          <p:cNvSpPr/>
          <p:nvPr/>
        </p:nvSpPr>
        <p:spPr>
          <a:xfrm>
            <a:off x="6372725" y="4661468"/>
            <a:ext cx="1600200" cy="32657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Login</a:t>
            </a:r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0E3E4A60-EBBE-F5E4-AE0F-B8962DC953F4}"/>
              </a:ext>
            </a:extLst>
          </p:cNvPr>
          <p:cNvSpPr/>
          <p:nvPr/>
        </p:nvSpPr>
        <p:spPr>
          <a:xfrm>
            <a:off x="6372725" y="5053397"/>
            <a:ext cx="1600200" cy="32657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Register</a:t>
            </a:r>
            <a:endParaRPr lang="ko-KR" alt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BA3C17C-BA59-AEA3-501D-C87E2E7DAE32}"/>
              </a:ext>
            </a:extLst>
          </p:cNvPr>
          <p:cNvSpPr/>
          <p:nvPr/>
        </p:nvSpPr>
        <p:spPr>
          <a:xfrm>
            <a:off x="3567792" y="3429000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Logo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227882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0AE3A3-053C-DC53-5D63-B5A54A35A2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 – </a:t>
            </a:r>
            <a:r>
              <a:rPr lang="ko-KR" altLang="en-US" dirty="0" err="1"/>
              <a:t>리전</a:t>
            </a:r>
            <a:r>
              <a:rPr lang="en-US" altLang="ko-KR" dirty="0"/>
              <a:t>(</a:t>
            </a:r>
            <a:r>
              <a:rPr lang="ko-KR" altLang="en-US" dirty="0"/>
              <a:t>영역</a:t>
            </a:r>
            <a:r>
              <a:rPr lang="en-US" altLang="ko-KR" dirty="0"/>
              <a:t>) </a:t>
            </a:r>
            <a:r>
              <a:rPr lang="ko-KR" altLang="en-US" dirty="0"/>
              <a:t>선택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EB609922-3381-636E-602B-89079E275C7A}"/>
              </a:ext>
            </a:extLst>
          </p:cNvPr>
          <p:cNvSpPr/>
          <p:nvPr/>
        </p:nvSpPr>
        <p:spPr>
          <a:xfrm>
            <a:off x="612648" y="1375794"/>
            <a:ext cx="10997967" cy="5192786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506CD6D4-64A8-2471-AD7F-D0E9824AD4A9}"/>
              </a:ext>
            </a:extLst>
          </p:cNvPr>
          <p:cNvSpPr/>
          <p:nvPr/>
        </p:nvSpPr>
        <p:spPr>
          <a:xfrm>
            <a:off x="2106385" y="2204356"/>
            <a:ext cx="2988130" cy="392702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dirty="0"/>
              <a:t>Service</a:t>
            </a:r>
            <a:r>
              <a:rPr lang="ko-KR" altLang="en-US" dirty="0"/>
              <a:t> </a:t>
            </a:r>
            <a:r>
              <a:rPr lang="en-US" altLang="ko-KR" dirty="0"/>
              <a:t>1 - Region</a:t>
            </a:r>
            <a:endParaRPr lang="ko-KR" alt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2D82481B-7643-B504-4D26-69C3958CA9DC}"/>
              </a:ext>
            </a:extLst>
          </p:cNvPr>
          <p:cNvSpPr/>
          <p:nvPr/>
        </p:nvSpPr>
        <p:spPr>
          <a:xfrm>
            <a:off x="2820761" y="2979964"/>
            <a:ext cx="1559378" cy="449036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Dev</a:t>
            </a:r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18878AC7-E44A-EBF6-35AA-72CA78D79049}"/>
              </a:ext>
            </a:extLst>
          </p:cNvPr>
          <p:cNvSpPr/>
          <p:nvPr/>
        </p:nvSpPr>
        <p:spPr>
          <a:xfrm>
            <a:off x="2820761" y="3727940"/>
            <a:ext cx="1559378" cy="449036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Beta</a:t>
            </a:r>
            <a:endParaRPr lang="ko-KR" altLang="en-US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1AEB6EB-2777-B419-30D3-71F0C678F252}"/>
              </a:ext>
            </a:extLst>
          </p:cNvPr>
          <p:cNvSpPr/>
          <p:nvPr/>
        </p:nvSpPr>
        <p:spPr>
          <a:xfrm>
            <a:off x="2820761" y="4475916"/>
            <a:ext cx="1559378" cy="449036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Alpha</a:t>
            </a:r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B10B913-364C-69BE-BC85-712723278187}"/>
              </a:ext>
            </a:extLst>
          </p:cNvPr>
          <p:cNvSpPr/>
          <p:nvPr/>
        </p:nvSpPr>
        <p:spPr>
          <a:xfrm>
            <a:off x="2820761" y="5217615"/>
            <a:ext cx="1559378" cy="449036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Live</a:t>
            </a:r>
            <a:endParaRPr lang="ko-KR" alt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D79035A-C0C3-3722-21AB-E4FAF9A39BEF}"/>
              </a:ext>
            </a:extLst>
          </p:cNvPr>
          <p:cNvSpPr/>
          <p:nvPr/>
        </p:nvSpPr>
        <p:spPr>
          <a:xfrm>
            <a:off x="5483678" y="2213465"/>
            <a:ext cx="2988130" cy="392702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dirty="0"/>
              <a:t>Service</a:t>
            </a:r>
            <a:r>
              <a:rPr lang="ko-KR" altLang="en-US" dirty="0"/>
              <a:t> </a:t>
            </a:r>
            <a:r>
              <a:rPr lang="en-US" altLang="ko-KR" dirty="0"/>
              <a:t>2 - Region</a:t>
            </a:r>
            <a:endParaRPr lang="ko-KR" altLang="en-US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6D021FDE-5EEA-6792-2AC8-AC8A305BE5AB}"/>
              </a:ext>
            </a:extLst>
          </p:cNvPr>
          <p:cNvSpPr/>
          <p:nvPr/>
        </p:nvSpPr>
        <p:spPr>
          <a:xfrm>
            <a:off x="6198054" y="2989073"/>
            <a:ext cx="1559378" cy="449036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Dev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1E00BAF-24D5-8E4A-E8EB-FBE938E4BD86}"/>
              </a:ext>
            </a:extLst>
          </p:cNvPr>
          <p:cNvSpPr/>
          <p:nvPr/>
        </p:nvSpPr>
        <p:spPr>
          <a:xfrm>
            <a:off x="6198054" y="3737049"/>
            <a:ext cx="1559378" cy="449036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Beta</a:t>
            </a:r>
            <a:endParaRPr lang="ko-KR" altLang="en-US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D6649C88-74E4-E1BC-3ED4-43541769C27D}"/>
              </a:ext>
            </a:extLst>
          </p:cNvPr>
          <p:cNvSpPr/>
          <p:nvPr/>
        </p:nvSpPr>
        <p:spPr>
          <a:xfrm>
            <a:off x="6198054" y="4485025"/>
            <a:ext cx="1559378" cy="449036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Alpha</a:t>
            </a:r>
            <a:endParaRPr lang="ko-KR" altLang="en-US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A11D73FA-291A-EC92-6C2F-3982E8C79DB8}"/>
              </a:ext>
            </a:extLst>
          </p:cNvPr>
          <p:cNvSpPr/>
          <p:nvPr/>
        </p:nvSpPr>
        <p:spPr>
          <a:xfrm>
            <a:off x="6198054" y="5226724"/>
            <a:ext cx="1559378" cy="449036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Live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482421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5B5B13-69E6-C14C-E2FF-AB08EE5E40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75FBA5-9D54-8B55-375B-2B103FD576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 – </a:t>
            </a:r>
            <a:r>
              <a:rPr lang="ko-KR" altLang="en-US" dirty="0"/>
              <a:t>사이트</a:t>
            </a:r>
            <a:r>
              <a:rPr lang="en-US" altLang="ko-KR" dirty="0"/>
              <a:t>(Base Layout)</a:t>
            </a:r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C2A23DD-22D5-14A8-799B-1C28E6E3CB61}"/>
              </a:ext>
            </a:extLst>
          </p:cNvPr>
          <p:cNvSpPr/>
          <p:nvPr/>
        </p:nvSpPr>
        <p:spPr>
          <a:xfrm>
            <a:off x="612648" y="1375794"/>
            <a:ext cx="10997967" cy="51927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11DC62CF-799D-14F2-5776-9C5E450D96DF}"/>
              </a:ext>
            </a:extLst>
          </p:cNvPr>
          <p:cNvCxnSpPr/>
          <p:nvPr/>
        </p:nvCxnSpPr>
        <p:spPr>
          <a:xfrm>
            <a:off x="2098221" y="1371600"/>
            <a:ext cx="0" cy="520065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D92100F7-AEC3-1661-A0E7-F5A27C91EC1D}"/>
              </a:ext>
            </a:extLst>
          </p:cNvPr>
          <p:cNvCxnSpPr>
            <a:cxnSpLocks/>
          </p:cNvCxnSpPr>
          <p:nvPr/>
        </p:nvCxnSpPr>
        <p:spPr>
          <a:xfrm>
            <a:off x="612648" y="1828800"/>
            <a:ext cx="1099796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2B2C67CF-4AA0-F65F-8655-DED28EF1B227}"/>
              </a:ext>
            </a:extLst>
          </p:cNvPr>
          <p:cNvSpPr/>
          <p:nvPr/>
        </p:nvSpPr>
        <p:spPr>
          <a:xfrm>
            <a:off x="702128" y="1893167"/>
            <a:ext cx="1330777" cy="46055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Sub Menu</a:t>
            </a:r>
            <a:endParaRPr lang="ko-KR" altLang="en-US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8E25C318-1D61-7E75-2C71-56551E10E7B7}"/>
              </a:ext>
            </a:extLst>
          </p:cNvPr>
          <p:cNvSpPr/>
          <p:nvPr/>
        </p:nvSpPr>
        <p:spPr>
          <a:xfrm>
            <a:off x="690046" y="1449575"/>
            <a:ext cx="1342858" cy="3094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Logo</a:t>
            </a:r>
            <a:endParaRPr lang="ko-KR" altLang="en-US" dirty="0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052FA65E-5095-6F64-C3BF-1C13912AEACC}"/>
              </a:ext>
            </a:extLst>
          </p:cNvPr>
          <p:cNvSpPr/>
          <p:nvPr/>
        </p:nvSpPr>
        <p:spPr>
          <a:xfrm>
            <a:off x="2175618" y="1436804"/>
            <a:ext cx="9326335" cy="3094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Upper Title</a:t>
            </a:r>
            <a:endParaRPr lang="ko-KR" altLang="en-US" dirty="0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63C116E5-3E20-3828-BC57-9C3DE64D9C75}"/>
              </a:ext>
            </a:extLst>
          </p:cNvPr>
          <p:cNvSpPr/>
          <p:nvPr/>
        </p:nvSpPr>
        <p:spPr>
          <a:xfrm>
            <a:off x="2191252" y="1875893"/>
            <a:ext cx="9298620" cy="46228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Main Content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316183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CEB55A-048F-C204-4AE8-B89EB1646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D4A71F-7D0E-4B6D-9612-7AE06A263F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 – Sub Menu</a:t>
            </a:r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E59C92F8-53DC-7B29-FA3B-F226531B1C50}"/>
              </a:ext>
            </a:extLst>
          </p:cNvPr>
          <p:cNvSpPr/>
          <p:nvPr/>
        </p:nvSpPr>
        <p:spPr>
          <a:xfrm>
            <a:off x="612648" y="1375794"/>
            <a:ext cx="10997967" cy="51927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CF004F0E-A459-78E8-15FE-150E06EAAA9B}"/>
              </a:ext>
            </a:extLst>
          </p:cNvPr>
          <p:cNvCxnSpPr/>
          <p:nvPr/>
        </p:nvCxnSpPr>
        <p:spPr>
          <a:xfrm>
            <a:off x="2098221" y="1371600"/>
            <a:ext cx="0" cy="520065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36F35BB8-4C8E-D25D-C05C-E4DC1E1274E7}"/>
              </a:ext>
            </a:extLst>
          </p:cNvPr>
          <p:cNvCxnSpPr>
            <a:cxnSpLocks/>
          </p:cNvCxnSpPr>
          <p:nvPr/>
        </p:nvCxnSpPr>
        <p:spPr>
          <a:xfrm>
            <a:off x="612648" y="1828800"/>
            <a:ext cx="1099796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직사각형 2">
            <a:extLst>
              <a:ext uri="{FF2B5EF4-FFF2-40B4-BE49-F238E27FC236}">
                <a16:creationId xmlns:a16="http://schemas.microsoft.com/office/drawing/2014/main" id="{6DD35293-FDFC-FB9E-7042-87AF2E83E342}"/>
              </a:ext>
            </a:extLst>
          </p:cNvPr>
          <p:cNvSpPr/>
          <p:nvPr/>
        </p:nvSpPr>
        <p:spPr>
          <a:xfrm>
            <a:off x="702128" y="1893167"/>
            <a:ext cx="1330777" cy="46055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Sub Menu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771392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6E21EA-CEA5-88DF-6ABA-8CF66AFE3C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A2007D-B388-9946-F071-A060FFBB97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4-(1) Sub Menu</a:t>
            </a:r>
            <a:endParaRPr lang="ko-KR" altLang="en-US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94036A3-BD2B-D91A-77ED-36B54E5CBAFD}"/>
              </a:ext>
            </a:extLst>
          </p:cNvPr>
          <p:cNvSpPr/>
          <p:nvPr/>
        </p:nvSpPr>
        <p:spPr>
          <a:xfrm>
            <a:off x="734785" y="1354324"/>
            <a:ext cx="1330777" cy="46055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Sub Menu</a:t>
            </a:r>
            <a:endParaRPr lang="ko-KR" altLang="en-US" dirty="0"/>
          </a:p>
        </p:txBody>
      </p:sp>
      <p:sp>
        <p:nvSpPr>
          <p:cNvPr id="9" name="화살표: 오른쪽 8">
            <a:extLst>
              <a:ext uri="{FF2B5EF4-FFF2-40B4-BE49-F238E27FC236}">
                <a16:creationId xmlns:a16="http://schemas.microsoft.com/office/drawing/2014/main" id="{FC0B9156-15E8-628C-CD31-04FB99D1F047}"/>
              </a:ext>
            </a:extLst>
          </p:cNvPr>
          <p:cNvSpPr/>
          <p:nvPr/>
        </p:nvSpPr>
        <p:spPr>
          <a:xfrm>
            <a:off x="2261507" y="3241221"/>
            <a:ext cx="318407" cy="82459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00C3AC7-CA8E-EC62-307A-B5CE4F0DBF92}"/>
              </a:ext>
            </a:extLst>
          </p:cNvPr>
          <p:cNvSpPr txBox="1"/>
          <p:nvPr/>
        </p:nvSpPr>
        <p:spPr>
          <a:xfrm>
            <a:off x="2947307" y="1926771"/>
            <a:ext cx="1529586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SubMenu1</a:t>
            </a:r>
          </a:p>
          <a:p>
            <a:r>
              <a:rPr lang="en-US" altLang="ko-KR" dirty="0"/>
              <a:t>  SubMenu2 </a:t>
            </a:r>
          </a:p>
          <a:p>
            <a:r>
              <a:rPr lang="en-US" altLang="ko-KR" dirty="0"/>
              <a:t>  SubMenu2</a:t>
            </a:r>
          </a:p>
          <a:p>
            <a:r>
              <a:rPr lang="en-US" altLang="ko-KR" dirty="0"/>
              <a:t>   SubMenu3</a:t>
            </a:r>
          </a:p>
          <a:p>
            <a:r>
              <a:rPr lang="en-US" altLang="ko-KR" dirty="0"/>
              <a:t>-------------</a:t>
            </a:r>
          </a:p>
          <a:p>
            <a:r>
              <a:rPr lang="en-US" altLang="ko-KR" dirty="0"/>
              <a:t>SubMenu1</a:t>
            </a:r>
          </a:p>
          <a:p>
            <a:r>
              <a:rPr lang="en-US" altLang="ko-KR" dirty="0"/>
              <a:t> SubMenu2</a:t>
            </a:r>
          </a:p>
          <a:p>
            <a:r>
              <a:rPr lang="en-US" altLang="ko-KR" dirty="0"/>
              <a:t>-------------</a:t>
            </a:r>
          </a:p>
          <a:p>
            <a:r>
              <a:rPr lang="en-US" altLang="ko-KR" dirty="0"/>
              <a:t>SubMenu1</a:t>
            </a:r>
          </a:p>
          <a:p>
            <a:r>
              <a:rPr lang="en-US" altLang="ko-KR" dirty="0"/>
              <a:t>-------------</a:t>
            </a:r>
          </a:p>
          <a:p>
            <a:r>
              <a:rPr lang="en-US" altLang="ko-KR" dirty="0"/>
              <a:t>SubMenu1 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99F3A8A-5431-BDDA-C727-44DE1AF7F9D5}"/>
              </a:ext>
            </a:extLst>
          </p:cNvPr>
          <p:cNvSpPr txBox="1"/>
          <p:nvPr/>
        </p:nvSpPr>
        <p:spPr>
          <a:xfrm>
            <a:off x="5726431" y="1280440"/>
            <a:ext cx="46013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메뉴 단계 </a:t>
            </a:r>
            <a:r>
              <a:rPr lang="en-US" altLang="ko-KR" dirty="0"/>
              <a:t>: 3</a:t>
            </a:r>
            <a:r>
              <a:rPr lang="ko-KR" altLang="en-US" dirty="0"/>
              <a:t>단계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1</a:t>
            </a:r>
            <a:r>
              <a:rPr lang="ko-KR" altLang="en-US" dirty="0"/>
              <a:t>단계 메뉴 </a:t>
            </a:r>
            <a:r>
              <a:rPr lang="ko-KR" altLang="en-US" dirty="0" err="1"/>
              <a:t>추가시</a:t>
            </a:r>
            <a:r>
              <a:rPr lang="ko-KR" altLang="en-US" dirty="0"/>
              <a:t> </a:t>
            </a:r>
            <a:r>
              <a:rPr lang="en-US" altLang="ko-KR" dirty="0"/>
              <a:t>Divider </a:t>
            </a:r>
            <a:r>
              <a:rPr lang="ko-KR" altLang="en-US" dirty="0"/>
              <a:t>로 구분</a:t>
            </a:r>
          </a:p>
        </p:txBody>
      </p:sp>
    </p:spTree>
    <p:extLst>
      <p:ext uri="{BB962C8B-B14F-4D97-AF65-F5344CB8AC3E}">
        <p14:creationId xmlns:p14="http://schemas.microsoft.com/office/powerpoint/2010/main" val="31466518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2BE122-13BA-2FBA-C431-79494835AA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5F799C-6829-4AFB-13D1-564B95DE1C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 – Upper Title</a:t>
            </a:r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E552C74C-CB43-547E-A535-BEE685E5EA04}"/>
              </a:ext>
            </a:extLst>
          </p:cNvPr>
          <p:cNvSpPr/>
          <p:nvPr/>
        </p:nvSpPr>
        <p:spPr>
          <a:xfrm>
            <a:off x="612648" y="1375794"/>
            <a:ext cx="10997967" cy="51927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3C0B9300-3551-27CD-5DBD-72FD73139BA0}"/>
              </a:ext>
            </a:extLst>
          </p:cNvPr>
          <p:cNvCxnSpPr/>
          <p:nvPr/>
        </p:nvCxnSpPr>
        <p:spPr>
          <a:xfrm>
            <a:off x="2098221" y="1371600"/>
            <a:ext cx="0" cy="520065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3D97C4D6-0E81-70A7-5C49-83061AA65E72}"/>
              </a:ext>
            </a:extLst>
          </p:cNvPr>
          <p:cNvCxnSpPr>
            <a:cxnSpLocks/>
          </p:cNvCxnSpPr>
          <p:nvPr/>
        </p:nvCxnSpPr>
        <p:spPr>
          <a:xfrm>
            <a:off x="612648" y="1828800"/>
            <a:ext cx="1099796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직사각형 6">
            <a:extLst>
              <a:ext uri="{FF2B5EF4-FFF2-40B4-BE49-F238E27FC236}">
                <a16:creationId xmlns:a16="http://schemas.microsoft.com/office/drawing/2014/main" id="{4B83255A-D498-16D6-948A-47835F6C6731}"/>
              </a:ext>
            </a:extLst>
          </p:cNvPr>
          <p:cNvSpPr/>
          <p:nvPr/>
        </p:nvSpPr>
        <p:spPr>
          <a:xfrm>
            <a:off x="2175618" y="1436804"/>
            <a:ext cx="9326335" cy="3094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Upper Title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845872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BCE26E-679C-AEA5-9EA6-3EC0E55990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8FA802-5D73-9251-7343-80D47701E5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5-(1) Upper Title</a:t>
            </a:r>
            <a:endParaRPr lang="ko-KR" altLang="en-US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4CF21E8-E24C-7459-4876-8A036AED2392}"/>
              </a:ext>
            </a:extLst>
          </p:cNvPr>
          <p:cNvSpPr/>
          <p:nvPr/>
        </p:nvSpPr>
        <p:spPr>
          <a:xfrm>
            <a:off x="755033" y="1306175"/>
            <a:ext cx="9326335" cy="3094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Upper Title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2BD8778-56AC-7E8B-61C3-9648BF7819AA}"/>
              </a:ext>
            </a:extLst>
          </p:cNvPr>
          <p:cNvSpPr txBox="1"/>
          <p:nvPr/>
        </p:nvSpPr>
        <p:spPr>
          <a:xfrm>
            <a:off x="755033" y="1800266"/>
            <a:ext cx="767867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(</a:t>
            </a:r>
            <a:r>
              <a:rPr lang="ko-KR" altLang="en-US" dirty="0"/>
              <a:t>왼쪽</a:t>
            </a:r>
            <a:r>
              <a:rPr lang="en-US" altLang="ko-KR" dirty="0"/>
              <a:t>) </a:t>
            </a:r>
            <a:r>
              <a:rPr lang="ko-KR" altLang="en-US" dirty="0"/>
              <a:t>현재의 </a:t>
            </a:r>
            <a:r>
              <a:rPr lang="en-US" altLang="ko-KR" dirty="0"/>
              <a:t>View Title </a:t>
            </a:r>
            <a:r>
              <a:rPr lang="ko-KR" altLang="en-US" dirty="0"/>
              <a:t>출력</a:t>
            </a:r>
            <a:endParaRPr lang="en-US" altLang="ko-KR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dirty="0"/>
              <a:t>Submenu</a:t>
            </a:r>
            <a:r>
              <a:rPr lang="ko-KR" altLang="en-US" dirty="0"/>
              <a:t>의 단계별 출력</a:t>
            </a:r>
            <a:endParaRPr lang="en-US" altLang="ko-KR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예</a:t>
            </a:r>
            <a:r>
              <a:rPr lang="en-US" altLang="ko-KR" dirty="0"/>
              <a:t>) SubMenu1 &gt; SubMenu2 &gt; SubMenu3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오른쪽 메뉴</a:t>
            </a:r>
            <a:r>
              <a:rPr lang="en-US" altLang="ko-KR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dirty="0"/>
              <a:t>Theme : Light/Black/System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dirty="0"/>
              <a:t>Language : KO/EN/</a:t>
            </a:r>
            <a:r>
              <a:rPr lang="en-US" altLang="ko-KR" dirty="0" err="1"/>
              <a:t>etc</a:t>
            </a:r>
            <a:r>
              <a:rPr lang="en-US" altLang="ko-KR" dirty="0"/>
              <a:t>…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dirty="0"/>
              <a:t>ID : User Name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dirty="0"/>
              <a:t>Setting: Option Page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652450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B3CFFB-4A37-0A1B-DAF3-7F56B6504A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9DDDA9A-351B-AB84-4052-181A2D5807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 – Main Content</a:t>
            </a:r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2CE8AA0-3501-A0C0-3868-121F5517F383}"/>
              </a:ext>
            </a:extLst>
          </p:cNvPr>
          <p:cNvSpPr/>
          <p:nvPr/>
        </p:nvSpPr>
        <p:spPr>
          <a:xfrm>
            <a:off x="612648" y="1375794"/>
            <a:ext cx="10997967" cy="51927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DF5D20AD-F001-07B1-C7D9-297A7BB1FA45}"/>
              </a:ext>
            </a:extLst>
          </p:cNvPr>
          <p:cNvCxnSpPr/>
          <p:nvPr/>
        </p:nvCxnSpPr>
        <p:spPr>
          <a:xfrm>
            <a:off x="2098221" y="1371600"/>
            <a:ext cx="0" cy="520065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4328F2A3-C255-3277-C1EC-B23E5A3D09EE}"/>
              </a:ext>
            </a:extLst>
          </p:cNvPr>
          <p:cNvCxnSpPr>
            <a:cxnSpLocks/>
          </p:cNvCxnSpPr>
          <p:nvPr/>
        </p:nvCxnSpPr>
        <p:spPr>
          <a:xfrm>
            <a:off x="612648" y="1828800"/>
            <a:ext cx="1099796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직사각형 2">
            <a:extLst>
              <a:ext uri="{FF2B5EF4-FFF2-40B4-BE49-F238E27FC236}">
                <a16:creationId xmlns:a16="http://schemas.microsoft.com/office/drawing/2014/main" id="{03A3B54D-CD6F-1782-2F3D-A616120E6E8A}"/>
              </a:ext>
            </a:extLst>
          </p:cNvPr>
          <p:cNvSpPr/>
          <p:nvPr/>
        </p:nvSpPr>
        <p:spPr>
          <a:xfrm>
            <a:off x="2191252" y="1875893"/>
            <a:ext cx="9298620" cy="46228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Main Content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707940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A98073-BD96-92B9-6EBD-81D01F9683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F4414D6-FD55-7659-D374-F4E8C26A1F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6-(1) Main Content</a:t>
            </a:r>
            <a:endParaRPr lang="ko-KR" altLang="en-US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F04D7B1E-6240-7B2B-F907-F35C9D98BFE7}"/>
              </a:ext>
            </a:extLst>
          </p:cNvPr>
          <p:cNvSpPr/>
          <p:nvPr/>
        </p:nvSpPr>
        <p:spPr>
          <a:xfrm>
            <a:off x="612648" y="1247244"/>
            <a:ext cx="4310416" cy="21001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Main Content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B736130-96CF-52E0-344E-8442DD9EC1A2}"/>
              </a:ext>
            </a:extLst>
          </p:cNvPr>
          <p:cNvSpPr txBox="1"/>
          <p:nvPr/>
        </p:nvSpPr>
        <p:spPr>
          <a:xfrm>
            <a:off x="612648" y="3588244"/>
            <a:ext cx="767867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메뉴를 통해 출력되는 화면의 메인 출력 영역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내부적으로도 탭으로 구분되어 </a:t>
            </a:r>
            <a:r>
              <a:rPr lang="en-US" altLang="ko-KR" dirty="0"/>
              <a:t>Detail View</a:t>
            </a:r>
            <a:r>
              <a:rPr lang="ko-KR" altLang="en-US" dirty="0"/>
              <a:t>를 출력가능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Main Content</a:t>
            </a:r>
            <a:r>
              <a:rPr lang="ko-KR" altLang="en-US" dirty="0"/>
              <a:t>의 상단</a:t>
            </a:r>
            <a:endParaRPr lang="en-US" altLang="ko-KR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dirty="0"/>
              <a:t>(</a:t>
            </a:r>
            <a:r>
              <a:rPr lang="ko-KR" altLang="en-US" dirty="0"/>
              <a:t>왼쪽</a:t>
            </a:r>
            <a:r>
              <a:rPr lang="en-US" altLang="ko-KR" dirty="0"/>
              <a:t>)</a:t>
            </a:r>
            <a:r>
              <a:rPr lang="ko-KR" altLang="en-US" dirty="0"/>
              <a:t> 해당 메뉴명이 출력</a:t>
            </a:r>
            <a:endParaRPr lang="en-US" altLang="ko-KR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dirty="0"/>
              <a:t>(</a:t>
            </a:r>
            <a:r>
              <a:rPr lang="ko-KR" altLang="en-US" dirty="0"/>
              <a:t>오른쪽</a:t>
            </a:r>
            <a:r>
              <a:rPr lang="en-US" altLang="ko-KR" dirty="0"/>
              <a:t>) </a:t>
            </a:r>
            <a:r>
              <a:rPr lang="ko-KR" altLang="en-US" dirty="0"/>
              <a:t>화면 갱신 </a:t>
            </a:r>
            <a:r>
              <a:rPr lang="ko-KR" altLang="en-US"/>
              <a:t>시간 출력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212911794"/>
      </p:ext>
    </p:extLst>
  </p:cSld>
  <p:clrMapOvr>
    <a:masterClrMapping/>
  </p:clrMapOvr>
</p:sld>
</file>

<file path=ppt/theme/theme1.xml><?xml version="1.0" encoding="utf-8"?>
<a:theme xmlns:a="http://schemas.openxmlformats.org/drawingml/2006/main" name="Helena">
  <a:themeElements>
    <a:clrScheme name="Helen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elena" id="{83D43F4A-02D5-42AD-9542-27487597C212}" vid="{14154C61-C2E2-42F2-9833-4EC39495D4C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81</TotalTime>
  <Words>254</Words>
  <Application>Microsoft Office PowerPoint</Application>
  <PresentationFormat>와이드스크린</PresentationFormat>
  <Paragraphs>75</Paragraphs>
  <Slides>11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4" baseType="lpstr">
      <vt:lpstr>Arial</vt:lpstr>
      <vt:lpstr>Neue Haas Grotesk Text Pro</vt:lpstr>
      <vt:lpstr>Helena</vt:lpstr>
      <vt:lpstr>Admin Web Site</vt:lpstr>
      <vt:lpstr>레이어 구분</vt:lpstr>
      <vt:lpstr>1 – 로그인 화면</vt:lpstr>
      <vt:lpstr>2 – 리전(영역) 선택</vt:lpstr>
      <vt:lpstr>3 – 사이트(Base Layout)</vt:lpstr>
      <vt:lpstr>4 – Sub Menu</vt:lpstr>
      <vt:lpstr>4-(1) Sub Menu</vt:lpstr>
      <vt:lpstr>5 – Upper Title</vt:lpstr>
      <vt:lpstr>5-(1) Upper Title</vt:lpstr>
      <vt:lpstr>6 – Main Content</vt:lpstr>
      <vt:lpstr>6-(1) Main 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정환 박</dc:creator>
  <cp:lastModifiedBy>정환 박</cp:lastModifiedBy>
  <cp:revision>34</cp:revision>
  <dcterms:created xsi:type="dcterms:W3CDTF">2026-03-07T14:48:50Z</dcterms:created>
  <dcterms:modified xsi:type="dcterms:W3CDTF">2026-03-07T16:09:55Z</dcterms:modified>
</cp:coreProperties>
</file>
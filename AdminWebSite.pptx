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2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ECC786-7DCF-4E66-ACA2-B077C35878A4}" type="doc">
      <dgm:prSet loTypeId="urn:microsoft.com/office/officeart/2024/3/layout/hArc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8F0E59F-3D58-44EC-8928-90F77E8ED8C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 b="1"/>
            <a:t>코어</a:t>
          </a:r>
          <a:r>
            <a:rPr lang="en-US" b="1"/>
            <a:t>(Core)</a:t>
          </a:r>
          <a:endParaRPr lang="en-US"/>
        </a:p>
      </dgm:t>
    </dgm:pt>
    <dgm:pt modelId="{E8E6C5B6-B1DE-4ED8-95C9-06DE63C6EA38}" type="parTrans" cxnId="{669E2948-D099-48FB-946D-408B48A450A4}">
      <dgm:prSet/>
      <dgm:spPr/>
      <dgm:t>
        <a:bodyPr/>
        <a:lstStyle/>
        <a:p>
          <a:endParaRPr lang="en-US"/>
        </a:p>
      </dgm:t>
    </dgm:pt>
    <dgm:pt modelId="{B0242D4E-61BA-4918-B438-58CC1B7A7A50}" type="sibTrans" cxnId="{669E2948-D099-48FB-946D-408B48A450A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CF3B1E3F-9615-4C29-939D-061A5E4B1F80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 err="1"/>
            <a:t>블레이저를</a:t>
          </a:r>
          <a:r>
            <a:rPr lang="ko-KR" altLang="en-US" dirty="0"/>
            <a:t> 통해 동작할 수 있는 운용 영역을 설정하는 레이어 설계</a:t>
          </a:r>
          <a:endParaRPr lang="en-US" dirty="0"/>
        </a:p>
      </dgm:t>
    </dgm:pt>
    <dgm:pt modelId="{4CE90CC9-82E6-495C-85EA-985A318D854E}" type="parTrans" cxnId="{E0C4BFD0-C935-46D2-B829-9525DD28091D}">
      <dgm:prSet/>
      <dgm:spPr/>
      <dgm:t>
        <a:bodyPr/>
        <a:lstStyle/>
        <a:p>
          <a:endParaRPr lang="en-US"/>
        </a:p>
      </dgm:t>
    </dgm:pt>
    <dgm:pt modelId="{B79BEC60-2B75-4DA1-BA84-4EFF67FBA05F}" type="sibTrans" cxnId="{E0C4BFD0-C935-46D2-B829-9525DD28091D}">
      <dgm:prSet/>
      <dgm:spPr/>
      <dgm:t>
        <a:bodyPr/>
        <a:lstStyle/>
        <a:p>
          <a:endParaRPr lang="en-US"/>
        </a:p>
      </dgm:t>
    </dgm:pt>
    <dgm:pt modelId="{09444027-047B-484E-8359-A82B6A2B5E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 b="1" dirty="0"/>
            <a:t>베이스</a:t>
          </a:r>
          <a:r>
            <a:rPr lang="en-US" b="1" dirty="0"/>
            <a:t>(Base)</a:t>
          </a:r>
          <a:endParaRPr lang="en-US" dirty="0"/>
        </a:p>
      </dgm:t>
    </dgm:pt>
    <dgm:pt modelId="{932CECA8-66D5-4BB3-88CA-340501DF4567}" type="parTrans" cxnId="{875500E2-3A69-4AF3-906E-C4C3FFB65BBA}">
      <dgm:prSet/>
      <dgm:spPr/>
      <dgm:t>
        <a:bodyPr/>
        <a:lstStyle/>
        <a:p>
          <a:endParaRPr lang="en-US"/>
        </a:p>
      </dgm:t>
    </dgm:pt>
    <dgm:pt modelId="{1F839048-1726-4E5E-AD1D-26C6C8FBD2B3}" type="sibTrans" cxnId="{875500E2-3A69-4AF3-906E-C4C3FFB65BB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25CD8441-53B6-40EB-B68E-54A73701D56E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 err="1"/>
            <a:t>블레이저라는</a:t>
          </a:r>
          <a:r>
            <a:rPr lang="ko-KR" altLang="en-US" dirty="0"/>
            <a:t> 언어에 대한 공통적인 부분에 대한 설계를 구현한 레이어</a:t>
          </a:r>
          <a:endParaRPr lang="en-US" dirty="0"/>
        </a:p>
      </dgm:t>
    </dgm:pt>
    <dgm:pt modelId="{ADE323FF-871F-4B08-8E00-B71E8CF345E6}" type="parTrans" cxnId="{396768FF-FC31-4466-9F3B-EBC90A9E5A65}">
      <dgm:prSet/>
      <dgm:spPr/>
      <dgm:t>
        <a:bodyPr/>
        <a:lstStyle/>
        <a:p>
          <a:endParaRPr lang="en-US"/>
        </a:p>
      </dgm:t>
    </dgm:pt>
    <dgm:pt modelId="{B9E5FFA7-07B6-4F16-829E-FDB3A5D7D760}" type="sibTrans" cxnId="{396768FF-FC31-4466-9F3B-EBC90A9E5A65}">
      <dgm:prSet/>
      <dgm:spPr/>
      <dgm:t>
        <a:bodyPr/>
        <a:lstStyle/>
        <a:p>
          <a:endParaRPr lang="en-US"/>
        </a:p>
      </dgm:t>
    </dgm:pt>
    <dgm:pt modelId="{E006E88A-C96C-42F1-BBEE-E42810B38D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 b="1" dirty="0"/>
            <a:t>공통</a:t>
          </a:r>
          <a:r>
            <a:rPr lang="en-US" b="1" dirty="0"/>
            <a:t>(Common)</a:t>
          </a:r>
          <a:endParaRPr lang="en-US" dirty="0"/>
        </a:p>
      </dgm:t>
    </dgm:pt>
    <dgm:pt modelId="{D7DA066D-239F-4B07-BD7F-715474B52F66}" type="parTrans" cxnId="{97B8EE14-C9AF-42BC-A54B-A39801D9703C}">
      <dgm:prSet/>
      <dgm:spPr/>
      <dgm:t>
        <a:bodyPr/>
        <a:lstStyle/>
        <a:p>
          <a:endParaRPr lang="en-US"/>
        </a:p>
      </dgm:t>
    </dgm:pt>
    <dgm:pt modelId="{D5531E53-E6F0-4C39-A8A3-0CC9663E296F}" type="sibTrans" cxnId="{97B8EE14-C9AF-42BC-A54B-A39801D9703C}">
      <dgm:prSet/>
      <dgm:spPr/>
      <dgm:t>
        <a:bodyPr/>
        <a:lstStyle/>
        <a:p>
          <a:endParaRPr lang="en-US"/>
        </a:p>
      </dgm:t>
    </dgm:pt>
    <dgm:pt modelId="{3C291911-C08D-459E-AC2B-485FE5B9426D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/>
            <a:t>페이지와 </a:t>
          </a:r>
          <a:r>
            <a:rPr lang="ko-KR" altLang="en-US" dirty="0" err="1"/>
            <a:t>기능들에서</a:t>
          </a:r>
          <a:r>
            <a:rPr lang="ko-KR" altLang="en-US" dirty="0"/>
            <a:t> 공통적으로 사용할 수 있는 기능들의 모음 레이어</a:t>
          </a:r>
          <a:endParaRPr lang="en-US" dirty="0"/>
        </a:p>
      </dgm:t>
    </dgm:pt>
    <dgm:pt modelId="{58626DBC-6AC2-4BFD-9F43-3CBB0118CEFA}" type="parTrans" cxnId="{D3494489-6A70-46A2-897A-12FE374624F2}">
      <dgm:prSet/>
      <dgm:spPr/>
      <dgm:t>
        <a:bodyPr/>
        <a:lstStyle/>
        <a:p>
          <a:endParaRPr lang="en-US"/>
        </a:p>
      </dgm:t>
    </dgm:pt>
    <dgm:pt modelId="{2D614345-0A97-4CC3-8F8F-20C8DCA91CF4}" type="sibTrans" cxnId="{D3494489-6A70-46A2-897A-12FE374624F2}">
      <dgm:prSet/>
      <dgm:spPr/>
      <dgm:t>
        <a:bodyPr/>
        <a:lstStyle/>
        <a:p>
          <a:endParaRPr lang="en-US"/>
        </a:p>
      </dgm:t>
    </dgm:pt>
    <dgm:pt modelId="{A61F8FD2-26DA-49EF-8A51-7F08EFBF1BD2}" type="pres">
      <dgm:prSet presAssocID="{52ECC786-7DCF-4E66-ACA2-B077C35878A4}" presName="Name0" presStyleCnt="0">
        <dgm:presLayoutVars>
          <dgm:dir/>
          <dgm:resizeHandles val="exact"/>
        </dgm:presLayoutVars>
      </dgm:prSet>
      <dgm:spPr/>
    </dgm:pt>
    <dgm:pt modelId="{E866D896-64E5-43B0-83D4-70BF13A02B95}" type="pres">
      <dgm:prSet presAssocID="{A8F0E59F-3D58-44EC-8928-90F77E8ED8CB}" presName="compNode" presStyleCnt="0"/>
      <dgm:spPr/>
    </dgm:pt>
    <dgm:pt modelId="{D54940EC-AEFF-4A50-B423-1C7870588B5D}" type="pres">
      <dgm:prSet presAssocID="{A8F0E59F-3D58-44EC-8928-90F77E8ED8CB}" presName="pictRect" presStyleLbl="revTx" presStyleIdx="0" presStyleCnt="6">
        <dgm:presLayoutVars>
          <dgm:chMax val="0"/>
          <dgm:bulletEnabled/>
        </dgm:presLayoutVars>
      </dgm:prSet>
      <dgm:spPr/>
    </dgm:pt>
    <dgm:pt modelId="{D300BBF4-BCF1-4C36-A982-23899FF091E4}" type="pres">
      <dgm:prSet presAssocID="{A8F0E59F-3D58-44EC-8928-90F77E8ED8CB}" presName="textRect" presStyleLbl="revTx" presStyleIdx="1" presStyleCnt="6">
        <dgm:presLayoutVars>
          <dgm:bulletEnabled/>
        </dgm:presLayoutVars>
      </dgm:prSet>
      <dgm:spPr/>
    </dgm:pt>
    <dgm:pt modelId="{E9BB4180-63B0-4C84-BCAD-30CCC9FFDC56}" type="pres">
      <dgm:prSet presAssocID="{B0242D4E-61BA-4918-B438-58CC1B7A7A50}" presName="sibTrans" presStyleLbl="sibTrans2D1" presStyleIdx="0" presStyleCnt="0"/>
      <dgm:spPr/>
    </dgm:pt>
    <dgm:pt modelId="{99AADA1A-2BBB-4398-9C74-B746E7AC7B21}" type="pres">
      <dgm:prSet presAssocID="{09444027-047B-484E-8359-A82B6A2B5E3F}" presName="compNode" presStyleCnt="0"/>
      <dgm:spPr/>
    </dgm:pt>
    <dgm:pt modelId="{D283AB7D-FB05-4EF5-9DBB-5BFC3F964AA4}" type="pres">
      <dgm:prSet presAssocID="{09444027-047B-484E-8359-A82B6A2B5E3F}" presName="pictRect" presStyleLbl="revTx" presStyleIdx="2" presStyleCnt="6">
        <dgm:presLayoutVars>
          <dgm:chMax val="0"/>
          <dgm:bulletEnabled/>
        </dgm:presLayoutVars>
      </dgm:prSet>
      <dgm:spPr/>
    </dgm:pt>
    <dgm:pt modelId="{2CA9A799-B4B9-4984-B47E-C452F5A0D45C}" type="pres">
      <dgm:prSet presAssocID="{09444027-047B-484E-8359-A82B6A2B5E3F}" presName="textRect" presStyleLbl="revTx" presStyleIdx="3" presStyleCnt="6">
        <dgm:presLayoutVars>
          <dgm:bulletEnabled/>
        </dgm:presLayoutVars>
      </dgm:prSet>
      <dgm:spPr/>
    </dgm:pt>
    <dgm:pt modelId="{2BFA0937-1139-4120-A2AB-26FDB0A7ED09}" type="pres">
      <dgm:prSet presAssocID="{1F839048-1726-4E5E-AD1D-26C6C8FBD2B3}" presName="sibTrans" presStyleLbl="sibTrans2D1" presStyleIdx="0" presStyleCnt="0"/>
      <dgm:spPr/>
    </dgm:pt>
    <dgm:pt modelId="{CF3C9FDD-572D-436F-96F6-F8BA3956F58B}" type="pres">
      <dgm:prSet presAssocID="{E006E88A-C96C-42F1-BBEE-E42810B38DD5}" presName="compNode" presStyleCnt="0"/>
      <dgm:spPr/>
    </dgm:pt>
    <dgm:pt modelId="{7980FC29-A971-40D8-A44E-CEF2243C0A55}" type="pres">
      <dgm:prSet presAssocID="{E006E88A-C96C-42F1-BBEE-E42810B38DD5}" presName="pictRect" presStyleLbl="revTx" presStyleIdx="4" presStyleCnt="6">
        <dgm:presLayoutVars>
          <dgm:chMax val="0"/>
          <dgm:bulletEnabled/>
        </dgm:presLayoutVars>
      </dgm:prSet>
      <dgm:spPr/>
    </dgm:pt>
    <dgm:pt modelId="{8DE41B0B-E9E4-4396-B2BD-00751A01D995}" type="pres">
      <dgm:prSet presAssocID="{E006E88A-C96C-42F1-BBEE-E42810B38DD5}" presName="textRect" presStyleLbl="revTx" presStyleIdx="5" presStyleCnt="6">
        <dgm:presLayoutVars>
          <dgm:bulletEnabled/>
        </dgm:presLayoutVars>
      </dgm:prSet>
      <dgm:spPr/>
    </dgm:pt>
  </dgm:ptLst>
  <dgm:cxnLst>
    <dgm:cxn modelId="{97B8EE14-C9AF-42BC-A54B-A39801D9703C}" srcId="{52ECC786-7DCF-4E66-ACA2-B077C35878A4}" destId="{E006E88A-C96C-42F1-BBEE-E42810B38DD5}" srcOrd="2" destOrd="0" parTransId="{D7DA066D-239F-4B07-BD7F-715474B52F66}" sibTransId="{D5531E53-E6F0-4C39-A8A3-0CC9663E296F}"/>
    <dgm:cxn modelId="{5C711036-02C4-4E44-9EDA-98A89261119D}" type="presOf" srcId="{1F839048-1726-4E5E-AD1D-26C6C8FBD2B3}" destId="{2BFA0937-1139-4120-A2AB-26FDB0A7ED09}" srcOrd="0" destOrd="0" presId="urn:microsoft.com/office/officeart/2024/3/layout/hArchList1"/>
    <dgm:cxn modelId="{4DD16F37-DBEC-41DF-B85A-B419F0579C35}" type="presOf" srcId="{CF3B1E3F-9615-4C29-939D-061A5E4B1F80}" destId="{D300BBF4-BCF1-4C36-A982-23899FF091E4}" srcOrd="0" destOrd="0" presId="urn:microsoft.com/office/officeart/2024/3/layout/hArchList1"/>
    <dgm:cxn modelId="{669E2948-D099-48FB-946D-408B48A450A4}" srcId="{52ECC786-7DCF-4E66-ACA2-B077C35878A4}" destId="{A8F0E59F-3D58-44EC-8928-90F77E8ED8CB}" srcOrd="0" destOrd="0" parTransId="{E8E6C5B6-B1DE-4ED8-95C9-06DE63C6EA38}" sibTransId="{B0242D4E-61BA-4918-B438-58CC1B7A7A50}"/>
    <dgm:cxn modelId="{6A61FD7C-7C59-48DC-8C4C-5CC1DD505DA5}" type="presOf" srcId="{25CD8441-53B6-40EB-B68E-54A73701D56E}" destId="{2CA9A799-B4B9-4984-B47E-C452F5A0D45C}" srcOrd="0" destOrd="0" presId="urn:microsoft.com/office/officeart/2024/3/layout/hArchList1"/>
    <dgm:cxn modelId="{E9B2967D-A813-4526-82C1-387DAEDD811C}" type="presOf" srcId="{B0242D4E-61BA-4918-B438-58CC1B7A7A50}" destId="{E9BB4180-63B0-4C84-BCAD-30CCC9FFDC56}" srcOrd="0" destOrd="0" presId="urn:microsoft.com/office/officeart/2024/3/layout/hArchList1"/>
    <dgm:cxn modelId="{F232ED7F-2BF8-4F2F-8E27-7438E872032F}" type="presOf" srcId="{3C291911-C08D-459E-AC2B-485FE5B9426D}" destId="{8DE41B0B-E9E4-4396-B2BD-00751A01D995}" srcOrd="0" destOrd="0" presId="urn:microsoft.com/office/officeart/2024/3/layout/hArchList1"/>
    <dgm:cxn modelId="{D3494489-6A70-46A2-897A-12FE374624F2}" srcId="{E006E88A-C96C-42F1-BBEE-E42810B38DD5}" destId="{3C291911-C08D-459E-AC2B-485FE5B9426D}" srcOrd="0" destOrd="0" parTransId="{58626DBC-6AC2-4BFD-9F43-3CBB0118CEFA}" sibTransId="{2D614345-0A97-4CC3-8F8F-20C8DCA91CF4}"/>
    <dgm:cxn modelId="{372B1BB6-A81D-4B55-8387-ADE8737FC60D}" type="presOf" srcId="{A8F0E59F-3D58-44EC-8928-90F77E8ED8CB}" destId="{D54940EC-AEFF-4A50-B423-1C7870588B5D}" srcOrd="0" destOrd="0" presId="urn:microsoft.com/office/officeart/2024/3/layout/hArchList1"/>
    <dgm:cxn modelId="{F2FA4DC9-0FA5-4C47-930C-2627D2C675B0}" type="presOf" srcId="{E006E88A-C96C-42F1-BBEE-E42810B38DD5}" destId="{7980FC29-A971-40D8-A44E-CEF2243C0A55}" srcOrd="0" destOrd="0" presId="urn:microsoft.com/office/officeart/2024/3/layout/hArchList1"/>
    <dgm:cxn modelId="{E0C4BFD0-C935-46D2-B829-9525DD28091D}" srcId="{A8F0E59F-3D58-44EC-8928-90F77E8ED8CB}" destId="{CF3B1E3F-9615-4C29-939D-061A5E4B1F80}" srcOrd="0" destOrd="0" parTransId="{4CE90CC9-82E6-495C-85EA-985A318D854E}" sibTransId="{B79BEC60-2B75-4DA1-BA84-4EFF67FBA05F}"/>
    <dgm:cxn modelId="{69BA35D6-7F09-45A6-B75C-A778F76404BD}" type="presOf" srcId="{52ECC786-7DCF-4E66-ACA2-B077C35878A4}" destId="{A61F8FD2-26DA-49EF-8A51-7F08EFBF1BD2}" srcOrd="0" destOrd="0" presId="urn:microsoft.com/office/officeart/2024/3/layout/hArchList1"/>
    <dgm:cxn modelId="{2E90DFDA-2F81-45D9-A7E0-B3BBA5B2ACAA}" type="presOf" srcId="{09444027-047B-484E-8359-A82B6A2B5E3F}" destId="{D283AB7D-FB05-4EF5-9DBB-5BFC3F964AA4}" srcOrd="0" destOrd="0" presId="urn:microsoft.com/office/officeart/2024/3/layout/hArchList1"/>
    <dgm:cxn modelId="{875500E2-3A69-4AF3-906E-C4C3FFB65BBA}" srcId="{52ECC786-7DCF-4E66-ACA2-B077C35878A4}" destId="{09444027-047B-484E-8359-A82B6A2B5E3F}" srcOrd="1" destOrd="0" parTransId="{932CECA8-66D5-4BB3-88CA-340501DF4567}" sibTransId="{1F839048-1726-4E5E-AD1D-26C6C8FBD2B3}"/>
    <dgm:cxn modelId="{396768FF-FC31-4466-9F3B-EBC90A9E5A65}" srcId="{09444027-047B-484E-8359-A82B6A2B5E3F}" destId="{25CD8441-53B6-40EB-B68E-54A73701D56E}" srcOrd="0" destOrd="0" parTransId="{ADE323FF-871F-4B08-8E00-B71E8CF345E6}" sibTransId="{B9E5FFA7-07B6-4F16-829E-FDB3A5D7D760}"/>
    <dgm:cxn modelId="{A30D962E-5DB6-443D-9058-6CA9BC53A2F3}" type="presParOf" srcId="{A61F8FD2-26DA-49EF-8A51-7F08EFBF1BD2}" destId="{E866D896-64E5-43B0-83D4-70BF13A02B95}" srcOrd="0" destOrd="0" presId="urn:microsoft.com/office/officeart/2024/3/layout/hArchList1"/>
    <dgm:cxn modelId="{C05FF9C4-4703-48EC-ABD3-FA953B5C9B0A}" type="presParOf" srcId="{E866D896-64E5-43B0-83D4-70BF13A02B95}" destId="{D54940EC-AEFF-4A50-B423-1C7870588B5D}" srcOrd="0" destOrd="0" presId="urn:microsoft.com/office/officeart/2024/3/layout/hArchList1"/>
    <dgm:cxn modelId="{AAB56CED-FF44-40FD-9474-0BF7C72CAB87}" type="presParOf" srcId="{E866D896-64E5-43B0-83D4-70BF13A02B95}" destId="{D300BBF4-BCF1-4C36-A982-23899FF091E4}" srcOrd="1" destOrd="0" presId="urn:microsoft.com/office/officeart/2024/3/layout/hArchList1"/>
    <dgm:cxn modelId="{8E401B0E-F306-4C46-AB86-29CC811091F3}" type="presParOf" srcId="{A61F8FD2-26DA-49EF-8A51-7F08EFBF1BD2}" destId="{E9BB4180-63B0-4C84-BCAD-30CCC9FFDC56}" srcOrd="1" destOrd="0" presId="urn:microsoft.com/office/officeart/2024/3/layout/hArchList1"/>
    <dgm:cxn modelId="{AEF94CFA-4ADC-439C-A61A-63085A68A0EE}" type="presParOf" srcId="{A61F8FD2-26DA-49EF-8A51-7F08EFBF1BD2}" destId="{99AADA1A-2BBB-4398-9C74-B746E7AC7B21}" srcOrd="2" destOrd="0" presId="urn:microsoft.com/office/officeart/2024/3/layout/hArchList1"/>
    <dgm:cxn modelId="{85E1F8E5-EA4A-4BE1-9762-00C4120451F9}" type="presParOf" srcId="{99AADA1A-2BBB-4398-9C74-B746E7AC7B21}" destId="{D283AB7D-FB05-4EF5-9DBB-5BFC3F964AA4}" srcOrd="0" destOrd="0" presId="urn:microsoft.com/office/officeart/2024/3/layout/hArchList1"/>
    <dgm:cxn modelId="{2086D2A3-D073-4CDA-A821-93DC3932B729}" type="presParOf" srcId="{99AADA1A-2BBB-4398-9C74-B746E7AC7B21}" destId="{2CA9A799-B4B9-4984-B47E-C452F5A0D45C}" srcOrd="1" destOrd="0" presId="urn:microsoft.com/office/officeart/2024/3/layout/hArchList1"/>
    <dgm:cxn modelId="{EEA17352-396B-4F99-8699-24146E133FB2}" type="presParOf" srcId="{A61F8FD2-26DA-49EF-8A51-7F08EFBF1BD2}" destId="{2BFA0937-1139-4120-A2AB-26FDB0A7ED09}" srcOrd="3" destOrd="0" presId="urn:microsoft.com/office/officeart/2024/3/layout/hArchList1"/>
    <dgm:cxn modelId="{DD780168-5DB6-4755-880A-208266903167}" type="presParOf" srcId="{A61F8FD2-26DA-49EF-8A51-7F08EFBF1BD2}" destId="{CF3C9FDD-572D-436F-96F6-F8BA3956F58B}" srcOrd="4" destOrd="0" presId="urn:microsoft.com/office/officeart/2024/3/layout/hArchList1"/>
    <dgm:cxn modelId="{21969375-10EA-48AC-92FF-EB552E70CA38}" type="presParOf" srcId="{CF3C9FDD-572D-436F-96F6-F8BA3956F58B}" destId="{7980FC29-A971-40D8-A44E-CEF2243C0A55}" srcOrd="0" destOrd="0" presId="urn:microsoft.com/office/officeart/2024/3/layout/hArchList1"/>
    <dgm:cxn modelId="{282D83AA-7A55-463D-883D-402A32AB9A25}" type="presParOf" srcId="{CF3C9FDD-572D-436F-96F6-F8BA3956F58B}" destId="{8DE41B0B-E9E4-4396-B2BD-00751A01D995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940EC-AEFF-4A50-B423-1C7870588B5D}">
      <dsp:nvSpPr>
        <dsp:cNvPr id="0" name=""/>
        <dsp:cNvSpPr/>
      </dsp:nvSpPr>
      <dsp:spPr>
        <a:xfrm>
          <a:off x="0" y="0"/>
          <a:ext cx="1917382" cy="44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b="1" kern="1200"/>
            <a:t>코어</a:t>
          </a:r>
          <a:r>
            <a:rPr lang="en-US" sz="1800" b="1" kern="1200"/>
            <a:t>(Core)</a:t>
          </a:r>
          <a:endParaRPr lang="en-US" sz="1800" kern="1200"/>
        </a:p>
      </dsp:txBody>
      <dsp:txXfrm>
        <a:off x="0" y="0"/>
        <a:ext cx="1917382" cy="448970"/>
      </dsp:txXfrm>
    </dsp:sp>
    <dsp:sp modelId="{D300BBF4-BCF1-4C36-A982-23899FF091E4}">
      <dsp:nvSpPr>
        <dsp:cNvPr id="0" name=""/>
        <dsp:cNvSpPr/>
      </dsp:nvSpPr>
      <dsp:spPr>
        <a:xfrm>
          <a:off x="0" y="448970"/>
          <a:ext cx="1917382" cy="4040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/>
            <a:t>블레이저를</a:t>
          </a:r>
          <a:r>
            <a:rPr lang="ko-KR" altLang="en-US" sz="1400" kern="1200" dirty="0"/>
            <a:t> 통해 동작할 수 있는 운용 영역을 설정하는 레이어 설계</a:t>
          </a:r>
          <a:endParaRPr lang="en-US" sz="1400" kern="1200" dirty="0"/>
        </a:p>
      </dsp:txBody>
      <dsp:txXfrm>
        <a:off x="0" y="448970"/>
        <a:ext cx="1917382" cy="4040733"/>
      </dsp:txXfrm>
    </dsp:sp>
    <dsp:sp modelId="{D283AB7D-FB05-4EF5-9DBB-5BFC3F964AA4}">
      <dsp:nvSpPr>
        <dsp:cNvPr id="0" name=""/>
        <dsp:cNvSpPr/>
      </dsp:nvSpPr>
      <dsp:spPr>
        <a:xfrm>
          <a:off x="2109120" y="0"/>
          <a:ext cx="1917382" cy="44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b="1" kern="1200" dirty="0"/>
            <a:t>베이스</a:t>
          </a:r>
          <a:r>
            <a:rPr lang="en-US" sz="1800" b="1" kern="1200" dirty="0"/>
            <a:t>(Base)</a:t>
          </a:r>
          <a:endParaRPr lang="en-US" sz="1800" kern="1200" dirty="0"/>
        </a:p>
      </dsp:txBody>
      <dsp:txXfrm>
        <a:off x="2109120" y="0"/>
        <a:ext cx="1917382" cy="448970"/>
      </dsp:txXfrm>
    </dsp:sp>
    <dsp:sp modelId="{2CA9A799-B4B9-4984-B47E-C452F5A0D45C}">
      <dsp:nvSpPr>
        <dsp:cNvPr id="0" name=""/>
        <dsp:cNvSpPr/>
      </dsp:nvSpPr>
      <dsp:spPr>
        <a:xfrm>
          <a:off x="2109120" y="448970"/>
          <a:ext cx="1917382" cy="4040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 err="1"/>
            <a:t>블레이저라는</a:t>
          </a:r>
          <a:r>
            <a:rPr lang="ko-KR" altLang="en-US" sz="1400" kern="1200" dirty="0"/>
            <a:t> 언어에 대한 공통적인 부분에 대한 설계를 구현한 레이어</a:t>
          </a:r>
          <a:endParaRPr lang="en-US" sz="1400" kern="1200" dirty="0"/>
        </a:p>
      </dsp:txBody>
      <dsp:txXfrm>
        <a:off x="2109120" y="448970"/>
        <a:ext cx="1917382" cy="4040733"/>
      </dsp:txXfrm>
    </dsp:sp>
    <dsp:sp modelId="{7980FC29-A971-40D8-A44E-CEF2243C0A55}">
      <dsp:nvSpPr>
        <dsp:cNvPr id="0" name=""/>
        <dsp:cNvSpPr/>
      </dsp:nvSpPr>
      <dsp:spPr>
        <a:xfrm>
          <a:off x="4218241" y="0"/>
          <a:ext cx="1917382" cy="448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1800" b="1" kern="1200" dirty="0"/>
            <a:t>공통</a:t>
          </a:r>
          <a:r>
            <a:rPr lang="en-US" sz="1800" b="1" kern="1200" dirty="0"/>
            <a:t>(Common)</a:t>
          </a:r>
          <a:endParaRPr lang="en-US" sz="1800" kern="1200" dirty="0"/>
        </a:p>
      </dsp:txBody>
      <dsp:txXfrm>
        <a:off x="4218241" y="0"/>
        <a:ext cx="1917382" cy="448970"/>
      </dsp:txXfrm>
    </dsp:sp>
    <dsp:sp modelId="{8DE41B0B-E9E4-4396-B2BD-00751A01D995}">
      <dsp:nvSpPr>
        <dsp:cNvPr id="0" name=""/>
        <dsp:cNvSpPr/>
      </dsp:nvSpPr>
      <dsp:spPr>
        <a:xfrm>
          <a:off x="4218241" y="448970"/>
          <a:ext cx="1917382" cy="4040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페이지와 </a:t>
          </a:r>
          <a:r>
            <a:rPr lang="ko-KR" altLang="en-US" sz="1400" kern="1200" dirty="0" err="1"/>
            <a:t>기능들에서</a:t>
          </a:r>
          <a:r>
            <a:rPr lang="ko-KR" altLang="en-US" sz="1400" kern="1200" dirty="0"/>
            <a:t> 공통적으로 사용할 수 있는 기능들의 모음 레이어</a:t>
          </a:r>
          <a:endParaRPr lang="en-US" sz="1400" kern="1200" dirty="0"/>
        </a:p>
      </dsp:txBody>
      <dsp:txXfrm>
        <a:off x="4218241" y="448970"/>
        <a:ext cx="1917382" cy="4040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8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5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91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2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6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9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0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9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7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6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85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9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99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33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3/8/2026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21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3/8/2026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51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74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3/8/2026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81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33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3/8/2026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16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97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3/8/2026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79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3/8/2026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8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3/8/2026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03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84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25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279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559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8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94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964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163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835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41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987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62387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8069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757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5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403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459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923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612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440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1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325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50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39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58" r:id="rId2"/>
    <p:sldLayoutId id="2147483760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B46D0-2938-7992-E237-E84B38361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altLang="ko-KR" dirty="0"/>
              <a:t>Admin Web Site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6DD888-53C2-B67B-B088-01A03E563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altLang="ko-KR" dirty="0"/>
              <a:t>C# Blazor</a:t>
            </a:r>
            <a:r>
              <a:rPr lang="ko-KR" altLang="en-US" dirty="0"/>
              <a:t>를 통한 </a:t>
            </a:r>
            <a:r>
              <a:rPr lang="ko-KR" altLang="en-US" dirty="0" err="1"/>
              <a:t>어드민</a:t>
            </a:r>
            <a:r>
              <a:rPr lang="ko-KR" altLang="en-US" dirty="0"/>
              <a:t> 페이지 기획안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B4024F8-8690-6ABE-0DC5-F15E80A647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00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F6AE5-5503-09EC-5DC0-48C2A867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레이어 구분</a:t>
            </a:r>
          </a:p>
        </p:txBody>
      </p:sp>
      <p:graphicFrame>
        <p:nvGraphicFramePr>
          <p:cNvPr id="9" name="내용 개체 틀 2">
            <a:extLst>
              <a:ext uri="{FF2B5EF4-FFF2-40B4-BE49-F238E27FC236}">
                <a16:creationId xmlns:a16="http://schemas.microsoft.com/office/drawing/2014/main" id="{7AEC0AB8-9213-846F-1B1F-D31DF09ADD0E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94048019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GraphicFramePr>
        <p:xfrm>
          <a:off x="612774" y="1828800"/>
          <a:ext cx="6135624" cy="4489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6B19848-F6DD-65B2-E51B-B55465F839A1}"/>
              </a:ext>
            </a:extLst>
          </p:cNvPr>
          <p:cNvSpPr/>
          <p:nvPr/>
        </p:nvSpPr>
        <p:spPr>
          <a:xfrm>
            <a:off x="7692705" y="5343787"/>
            <a:ext cx="4135772" cy="109895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코어</a:t>
            </a:r>
            <a:endParaRPr lang="en-US" altLang="ko-KR" dirty="0"/>
          </a:p>
          <a:p>
            <a:pPr algn="ctr"/>
            <a:r>
              <a:rPr lang="en-US" altLang="ko-KR" dirty="0"/>
              <a:t>(Core)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B96CD-F428-87A4-BBEC-22B8F6ACCF89}"/>
              </a:ext>
            </a:extLst>
          </p:cNvPr>
          <p:cNvSpPr/>
          <p:nvPr/>
        </p:nvSpPr>
        <p:spPr>
          <a:xfrm>
            <a:off x="7692705" y="4168629"/>
            <a:ext cx="4135772" cy="109895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베이스</a:t>
            </a:r>
            <a:endParaRPr lang="en-US" altLang="ko-KR" dirty="0"/>
          </a:p>
          <a:p>
            <a:pPr algn="ctr"/>
            <a:r>
              <a:rPr lang="en-US" altLang="ko-KR" dirty="0"/>
              <a:t>(Base)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DB02C3-7565-38AD-CF97-F1C6AC713CD2}"/>
              </a:ext>
            </a:extLst>
          </p:cNvPr>
          <p:cNvSpPr/>
          <p:nvPr/>
        </p:nvSpPr>
        <p:spPr>
          <a:xfrm>
            <a:off x="7692705" y="2993471"/>
            <a:ext cx="2598170" cy="109895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공통</a:t>
            </a:r>
            <a:endParaRPr lang="en-US" altLang="ko-KR" dirty="0"/>
          </a:p>
          <a:p>
            <a:pPr algn="ctr"/>
            <a:r>
              <a:rPr lang="en-US" altLang="ko-KR" dirty="0"/>
              <a:t>(Common)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9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8B45-7FC1-009E-194F-5E55E5E4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86B6A-E2F3-1CEA-9B5B-611B7D2B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 – </a:t>
            </a:r>
            <a:r>
              <a:rPr lang="ko-KR" altLang="en-US" dirty="0"/>
              <a:t>로그인 화면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4A98E2-19A6-D20A-4D1B-768AD3F6FC00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9CCCEB-70F7-FCC9-248B-6245645527AD}"/>
              </a:ext>
            </a:extLst>
          </p:cNvPr>
          <p:cNvSpPr/>
          <p:nvPr/>
        </p:nvSpPr>
        <p:spPr>
          <a:xfrm>
            <a:off x="3167404" y="2474997"/>
            <a:ext cx="5544065" cy="2994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2D905A-C865-758D-899B-EC669F8F5FCD}"/>
              </a:ext>
            </a:extLst>
          </p:cNvPr>
          <p:cNvSpPr/>
          <p:nvPr/>
        </p:nvSpPr>
        <p:spPr>
          <a:xfrm>
            <a:off x="3167404" y="2474997"/>
            <a:ext cx="2768032" cy="30072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3E2056-847A-BCA4-C550-6FFEF28895FE}"/>
              </a:ext>
            </a:extLst>
          </p:cNvPr>
          <p:cNvSpPr/>
          <p:nvPr/>
        </p:nvSpPr>
        <p:spPr>
          <a:xfrm>
            <a:off x="6372725" y="3605759"/>
            <a:ext cx="1600200" cy="326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5F8217-FEB4-9AF0-8B7C-733D1F553BCA}"/>
              </a:ext>
            </a:extLst>
          </p:cNvPr>
          <p:cNvSpPr/>
          <p:nvPr/>
        </p:nvSpPr>
        <p:spPr>
          <a:xfrm>
            <a:off x="6372725" y="4226243"/>
            <a:ext cx="1600200" cy="326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AAB65-B151-4DC7-1739-4FC38446D511}"/>
              </a:ext>
            </a:extLst>
          </p:cNvPr>
          <p:cNvSpPr txBox="1"/>
          <p:nvPr/>
        </p:nvSpPr>
        <p:spPr>
          <a:xfrm>
            <a:off x="6372725" y="3372179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ID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C3DA7-4304-A398-E140-4C075BB6FC3A}"/>
              </a:ext>
            </a:extLst>
          </p:cNvPr>
          <p:cNvSpPr txBox="1"/>
          <p:nvPr/>
        </p:nvSpPr>
        <p:spPr>
          <a:xfrm>
            <a:off x="6372725" y="3932330"/>
            <a:ext cx="8322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Password</a:t>
            </a:r>
            <a:endParaRPr lang="ko-KR" altLang="en-US" sz="11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1D02F-218A-1641-1658-1088612825FE}"/>
              </a:ext>
            </a:extLst>
          </p:cNvPr>
          <p:cNvSpPr/>
          <p:nvPr/>
        </p:nvSpPr>
        <p:spPr>
          <a:xfrm>
            <a:off x="6372725" y="4661468"/>
            <a:ext cx="1600200" cy="326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3E4A60-EBBE-F5E4-AE0F-B8962DC953F4}"/>
              </a:ext>
            </a:extLst>
          </p:cNvPr>
          <p:cNvSpPr/>
          <p:nvPr/>
        </p:nvSpPr>
        <p:spPr>
          <a:xfrm>
            <a:off x="6372725" y="5053397"/>
            <a:ext cx="1600200" cy="326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A3C17C-BA59-AEA3-501D-C87E2E7DAE32}"/>
              </a:ext>
            </a:extLst>
          </p:cNvPr>
          <p:cNvSpPr/>
          <p:nvPr/>
        </p:nvSpPr>
        <p:spPr>
          <a:xfrm>
            <a:off x="3567792" y="3429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78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AE3A3-053C-DC53-5D63-B5A54A35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 – </a:t>
            </a:r>
            <a:r>
              <a:rPr lang="ko-KR" altLang="en-US" dirty="0" err="1"/>
              <a:t>리전</a:t>
            </a:r>
            <a:r>
              <a:rPr lang="en-US" altLang="ko-KR" dirty="0"/>
              <a:t>(</a:t>
            </a:r>
            <a:r>
              <a:rPr lang="ko-KR" altLang="en-US" dirty="0"/>
              <a:t>영역</a:t>
            </a:r>
            <a:r>
              <a:rPr lang="en-US" altLang="ko-KR" dirty="0"/>
              <a:t>) </a:t>
            </a:r>
            <a:r>
              <a:rPr lang="ko-KR" altLang="en-US" dirty="0"/>
              <a:t>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609922-3381-636E-602B-89079E275C7A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6CD6D4-64A8-2471-AD7F-D0E9824AD4A9}"/>
              </a:ext>
            </a:extLst>
          </p:cNvPr>
          <p:cNvSpPr/>
          <p:nvPr/>
        </p:nvSpPr>
        <p:spPr>
          <a:xfrm>
            <a:off x="2106385" y="2204356"/>
            <a:ext cx="2988130" cy="3927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Service</a:t>
            </a:r>
            <a:r>
              <a:rPr lang="ko-KR" altLang="en-US" dirty="0"/>
              <a:t> </a:t>
            </a:r>
            <a:r>
              <a:rPr lang="en-US" altLang="ko-KR" dirty="0"/>
              <a:t>1 - Region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82481B-7643-B504-4D26-69C3958CA9DC}"/>
              </a:ext>
            </a:extLst>
          </p:cNvPr>
          <p:cNvSpPr/>
          <p:nvPr/>
        </p:nvSpPr>
        <p:spPr>
          <a:xfrm>
            <a:off x="2820761" y="2979964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878AC7-E44A-EBF6-35AA-72CA78D79049}"/>
              </a:ext>
            </a:extLst>
          </p:cNvPr>
          <p:cNvSpPr/>
          <p:nvPr/>
        </p:nvSpPr>
        <p:spPr>
          <a:xfrm>
            <a:off x="2820761" y="3727940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Beta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AEB6EB-2777-B419-30D3-71F0C678F252}"/>
              </a:ext>
            </a:extLst>
          </p:cNvPr>
          <p:cNvSpPr/>
          <p:nvPr/>
        </p:nvSpPr>
        <p:spPr>
          <a:xfrm>
            <a:off x="2820761" y="4475916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Alpha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10B913-364C-69BE-BC85-712723278187}"/>
              </a:ext>
            </a:extLst>
          </p:cNvPr>
          <p:cNvSpPr/>
          <p:nvPr/>
        </p:nvSpPr>
        <p:spPr>
          <a:xfrm>
            <a:off x="2820761" y="5217615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Live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79035A-C0C3-3722-21AB-E4FAF9A39BEF}"/>
              </a:ext>
            </a:extLst>
          </p:cNvPr>
          <p:cNvSpPr/>
          <p:nvPr/>
        </p:nvSpPr>
        <p:spPr>
          <a:xfrm>
            <a:off x="5483678" y="2213465"/>
            <a:ext cx="2988130" cy="3927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Service</a:t>
            </a:r>
            <a:r>
              <a:rPr lang="ko-KR" altLang="en-US" dirty="0"/>
              <a:t> </a:t>
            </a:r>
            <a:r>
              <a:rPr lang="en-US" altLang="ko-KR" dirty="0"/>
              <a:t>2 - Region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021FDE-5EEA-6792-2AC8-AC8A305BE5AB}"/>
              </a:ext>
            </a:extLst>
          </p:cNvPr>
          <p:cNvSpPr/>
          <p:nvPr/>
        </p:nvSpPr>
        <p:spPr>
          <a:xfrm>
            <a:off x="6198054" y="2989073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E00BAF-24D5-8E4A-E8EB-FBE938E4BD86}"/>
              </a:ext>
            </a:extLst>
          </p:cNvPr>
          <p:cNvSpPr/>
          <p:nvPr/>
        </p:nvSpPr>
        <p:spPr>
          <a:xfrm>
            <a:off x="6198054" y="3737049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Beta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649C88-74E4-E1BC-3ED4-43541769C27D}"/>
              </a:ext>
            </a:extLst>
          </p:cNvPr>
          <p:cNvSpPr/>
          <p:nvPr/>
        </p:nvSpPr>
        <p:spPr>
          <a:xfrm>
            <a:off x="6198054" y="4485025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Alpha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1D73FA-291A-EC92-6C2F-3982E8C79DB8}"/>
              </a:ext>
            </a:extLst>
          </p:cNvPr>
          <p:cNvSpPr/>
          <p:nvPr/>
        </p:nvSpPr>
        <p:spPr>
          <a:xfrm>
            <a:off x="6198054" y="5226724"/>
            <a:ext cx="1559378" cy="44903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Live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24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5B13-69E6-C14C-E2FF-AB08EE5E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5FBA5-9D54-8B55-375B-2B103FD5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– </a:t>
            </a:r>
            <a:r>
              <a:rPr lang="ko-KR" altLang="en-US" dirty="0"/>
              <a:t>사이트</a:t>
            </a:r>
            <a:r>
              <a:rPr lang="en-US" altLang="ko-KR" dirty="0"/>
              <a:t>(Base Layout)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2A23DD-22D5-14A8-799B-1C28E6E3CB61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1DC62CF-799D-14F2-5776-9C5E450D96DF}"/>
              </a:ext>
            </a:extLst>
          </p:cNvPr>
          <p:cNvCxnSpPr/>
          <p:nvPr/>
        </p:nvCxnSpPr>
        <p:spPr>
          <a:xfrm>
            <a:off x="2098221" y="1371600"/>
            <a:ext cx="0" cy="520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92100F7-AEC3-1661-A0E7-F5A27C91EC1D}"/>
              </a:ext>
            </a:extLst>
          </p:cNvPr>
          <p:cNvCxnSpPr>
            <a:cxnSpLocks/>
          </p:cNvCxnSpPr>
          <p:nvPr/>
        </p:nvCxnSpPr>
        <p:spPr>
          <a:xfrm>
            <a:off x="612648" y="1828800"/>
            <a:ext cx="10997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2C67CF-4AA0-F65F-8655-DED28EF1B227}"/>
              </a:ext>
            </a:extLst>
          </p:cNvPr>
          <p:cNvSpPr/>
          <p:nvPr/>
        </p:nvSpPr>
        <p:spPr>
          <a:xfrm>
            <a:off x="702128" y="1893167"/>
            <a:ext cx="1330777" cy="4605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 Menu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25C318-1D61-7E75-2C71-56551E10E7B7}"/>
              </a:ext>
            </a:extLst>
          </p:cNvPr>
          <p:cNvSpPr/>
          <p:nvPr/>
        </p:nvSpPr>
        <p:spPr>
          <a:xfrm>
            <a:off x="690046" y="1449575"/>
            <a:ext cx="1342858" cy="309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Logo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2FA65E-5095-6F64-C3BF-1C13912AEACC}"/>
              </a:ext>
            </a:extLst>
          </p:cNvPr>
          <p:cNvSpPr/>
          <p:nvPr/>
        </p:nvSpPr>
        <p:spPr>
          <a:xfrm>
            <a:off x="2175618" y="1436804"/>
            <a:ext cx="9326335" cy="309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Upper Title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3C116E5-3E20-3828-BC57-9C3DE64D9C75}"/>
              </a:ext>
            </a:extLst>
          </p:cNvPr>
          <p:cNvSpPr/>
          <p:nvPr/>
        </p:nvSpPr>
        <p:spPr>
          <a:xfrm>
            <a:off x="2191252" y="1875893"/>
            <a:ext cx="9298620" cy="4622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 Content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161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B55A-048F-C204-4AE8-B89EB164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4A71F-7D0E-4B6D-9612-7AE06A263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 – Sub Menu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9C92F8-53DC-7B29-FA3B-F226531B1C50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F004F0E-A459-78E8-15FE-150E06EAAA9B}"/>
              </a:ext>
            </a:extLst>
          </p:cNvPr>
          <p:cNvCxnSpPr/>
          <p:nvPr/>
        </p:nvCxnSpPr>
        <p:spPr>
          <a:xfrm>
            <a:off x="2098221" y="1371600"/>
            <a:ext cx="0" cy="520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6F35BB8-4C8E-D25D-C05C-E4DC1E1274E7}"/>
              </a:ext>
            </a:extLst>
          </p:cNvPr>
          <p:cNvCxnSpPr>
            <a:cxnSpLocks/>
          </p:cNvCxnSpPr>
          <p:nvPr/>
        </p:nvCxnSpPr>
        <p:spPr>
          <a:xfrm>
            <a:off x="612648" y="1828800"/>
            <a:ext cx="10997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D35293-FDFC-FB9E-7042-87AF2E83E342}"/>
              </a:ext>
            </a:extLst>
          </p:cNvPr>
          <p:cNvSpPr/>
          <p:nvPr/>
        </p:nvSpPr>
        <p:spPr>
          <a:xfrm>
            <a:off x="702128" y="1893167"/>
            <a:ext cx="1330777" cy="4605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 Menu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13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21EA-CEA5-88DF-6ABA-8CF66AFE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007D-B388-9946-F071-A060FFBB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4-(1) Sub Menu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4036A3-BD2B-D91A-77ED-36B54E5CBAFD}"/>
              </a:ext>
            </a:extLst>
          </p:cNvPr>
          <p:cNvSpPr/>
          <p:nvPr/>
        </p:nvSpPr>
        <p:spPr>
          <a:xfrm>
            <a:off x="734785" y="1354324"/>
            <a:ext cx="1330777" cy="4605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 Menu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C0B9156-15E8-628C-CD31-04FB99D1F047}"/>
              </a:ext>
            </a:extLst>
          </p:cNvPr>
          <p:cNvSpPr/>
          <p:nvPr/>
        </p:nvSpPr>
        <p:spPr>
          <a:xfrm>
            <a:off x="2261507" y="3241221"/>
            <a:ext cx="318407" cy="8245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C3AC7-CA8E-EC62-307A-B5CE4F0DBF92}"/>
              </a:ext>
            </a:extLst>
          </p:cNvPr>
          <p:cNvSpPr txBox="1"/>
          <p:nvPr/>
        </p:nvSpPr>
        <p:spPr>
          <a:xfrm>
            <a:off x="2947307" y="1926771"/>
            <a:ext cx="152958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SubMenu1</a:t>
            </a:r>
          </a:p>
          <a:p>
            <a:r>
              <a:rPr lang="en-US" altLang="ko-KR" dirty="0"/>
              <a:t>  SubMenu2 </a:t>
            </a:r>
          </a:p>
          <a:p>
            <a:r>
              <a:rPr lang="en-US" altLang="ko-KR" dirty="0"/>
              <a:t>  SubMenu2</a:t>
            </a:r>
          </a:p>
          <a:p>
            <a:r>
              <a:rPr lang="en-US" altLang="ko-KR" dirty="0"/>
              <a:t>   SubMenu3</a:t>
            </a:r>
          </a:p>
          <a:p>
            <a:r>
              <a:rPr lang="en-US" altLang="ko-KR" dirty="0"/>
              <a:t>-------------</a:t>
            </a:r>
          </a:p>
          <a:p>
            <a:r>
              <a:rPr lang="en-US" altLang="ko-KR" dirty="0"/>
              <a:t>SubMenu1</a:t>
            </a:r>
          </a:p>
          <a:p>
            <a:r>
              <a:rPr lang="en-US" altLang="ko-KR" dirty="0"/>
              <a:t> SubMenu2</a:t>
            </a:r>
          </a:p>
          <a:p>
            <a:r>
              <a:rPr lang="en-US" altLang="ko-KR" dirty="0"/>
              <a:t>-------------</a:t>
            </a:r>
          </a:p>
          <a:p>
            <a:r>
              <a:rPr lang="en-US" altLang="ko-KR" dirty="0"/>
              <a:t>SubMenu1</a:t>
            </a:r>
          </a:p>
          <a:p>
            <a:r>
              <a:rPr lang="en-US" altLang="ko-KR" dirty="0"/>
              <a:t>-------------</a:t>
            </a:r>
          </a:p>
          <a:p>
            <a:r>
              <a:rPr lang="en-US" altLang="ko-KR" dirty="0"/>
              <a:t>SubMenu1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F3A8A-5431-BDDA-C727-44DE1AF7F9D5}"/>
              </a:ext>
            </a:extLst>
          </p:cNvPr>
          <p:cNvSpPr txBox="1"/>
          <p:nvPr/>
        </p:nvSpPr>
        <p:spPr>
          <a:xfrm>
            <a:off x="5726431" y="1280440"/>
            <a:ext cx="4601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메뉴 단계 </a:t>
            </a:r>
            <a:r>
              <a:rPr lang="en-US" altLang="ko-KR" dirty="0"/>
              <a:t>: 3</a:t>
            </a:r>
            <a:r>
              <a:rPr lang="ko-KR" altLang="en-US" dirty="0"/>
              <a:t>단계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단계 메뉴 </a:t>
            </a:r>
            <a:r>
              <a:rPr lang="ko-KR" altLang="en-US" dirty="0" err="1"/>
              <a:t>추가시</a:t>
            </a:r>
            <a:r>
              <a:rPr lang="ko-KR" altLang="en-US" dirty="0"/>
              <a:t> </a:t>
            </a:r>
            <a:r>
              <a:rPr lang="en-US" altLang="ko-KR" dirty="0"/>
              <a:t>Divider </a:t>
            </a:r>
            <a:r>
              <a:rPr lang="ko-KR" altLang="en-US" dirty="0"/>
              <a:t>로 구분</a:t>
            </a:r>
          </a:p>
        </p:txBody>
      </p:sp>
    </p:spTree>
    <p:extLst>
      <p:ext uri="{BB962C8B-B14F-4D97-AF65-F5344CB8AC3E}">
        <p14:creationId xmlns:p14="http://schemas.microsoft.com/office/powerpoint/2010/main" val="314665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E122-13BA-2FBA-C431-79494835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F799C-6829-4AFB-13D1-564B95DE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 – Upper Title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52C74C-CB43-547E-A535-BEE685E5EA04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0B9300-3551-27CD-5DBD-72FD73139BA0}"/>
              </a:ext>
            </a:extLst>
          </p:cNvPr>
          <p:cNvCxnSpPr/>
          <p:nvPr/>
        </p:nvCxnSpPr>
        <p:spPr>
          <a:xfrm>
            <a:off x="2098221" y="1371600"/>
            <a:ext cx="0" cy="520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97C4D6-0E81-70A7-5C49-83061AA65E72}"/>
              </a:ext>
            </a:extLst>
          </p:cNvPr>
          <p:cNvCxnSpPr>
            <a:cxnSpLocks/>
          </p:cNvCxnSpPr>
          <p:nvPr/>
        </p:nvCxnSpPr>
        <p:spPr>
          <a:xfrm>
            <a:off x="612648" y="1828800"/>
            <a:ext cx="10997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83255A-D498-16D6-948A-47835F6C6731}"/>
              </a:ext>
            </a:extLst>
          </p:cNvPr>
          <p:cNvSpPr/>
          <p:nvPr/>
        </p:nvSpPr>
        <p:spPr>
          <a:xfrm>
            <a:off x="2175618" y="1436804"/>
            <a:ext cx="9326335" cy="309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Upper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458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E26E-679C-AEA5-9EA6-3EC0E559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FA802-5D73-9251-7343-80D47701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5-(1) Upper Title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CF21E8-E24C-7459-4876-8A036AED2392}"/>
              </a:ext>
            </a:extLst>
          </p:cNvPr>
          <p:cNvSpPr/>
          <p:nvPr/>
        </p:nvSpPr>
        <p:spPr>
          <a:xfrm>
            <a:off x="755033" y="1306175"/>
            <a:ext cx="9326335" cy="309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Upper Title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D8778-56AC-7E8B-61C3-9648BF7819AA}"/>
              </a:ext>
            </a:extLst>
          </p:cNvPr>
          <p:cNvSpPr txBox="1"/>
          <p:nvPr/>
        </p:nvSpPr>
        <p:spPr>
          <a:xfrm>
            <a:off x="755033" y="1800266"/>
            <a:ext cx="7678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 </a:t>
            </a:r>
            <a:r>
              <a:rPr lang="ko-KR" altLang="en-US" dirty="0"/>
              <a:t>현재의 </a:t>
            </a:r>
            <a:r>
              <a:rPr lang="en-US" altLang="ko-KR" dirty="0"/>
              <a:t>View Title </a:t>
            </a:r>
            <a:r>
              <a:rPr lang="ko-KR" altLang="en-US" dirty="0"/>
              <a:t>출력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Submenu</a:t>
            </a:r>
            <a:r>
              <a:rPr lang="ko-KR" altLang="en-US" dirty="0"/>
              <a:t>의 단계별 출력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예</a:t>
            </a:r>
            <a:r>
              <a:rPr lang="en-US" altLang="ko-KR" dirty="0"/>
              <a:t>) SubMenu1 &gt; SubMenu2 &gt; SubMenu3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오른쪽 메뉴</a:t>
            </a:r>
            <a:r>
              <a:rPr lang="en-US" altLang="ko-K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Theme : Light/Black/System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Language : KO/EN/</a:t>
            </a:r>
            <a:r>
              <a:rPr lang="en-US" altLang="ko-KR" dirty="0" err="1"/>
              <a:t>etc</a:t>
            </a:r>
            <a:r>
              <a:rPr lang="en-US" altLang="ko-KR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ID : User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Setting: Option Page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524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CFFB-4A37-0A1B-DAF3-7F56B650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DDA9A-351B-AB84-4052-181A2D58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 – Main Content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AA0-3501-A0C0-3868-121F5517F383}"/>
              </a:ext>
            </a:extLst>
          </p:cNvPr>
          <p:cNvSpPr/>
          <p:nvPr/>
        </p:nvSpPr>
        <p:spPr>
          <a:xfrm>
            <a:off x="612648" y="1375794"/>
            <a:ext cx="10997967" cy="51927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5D20AD-F001-07B1-C7D9-297A7BB1FA45}"/>
              </a:ext>
            </a:extLst>
          </p:cNvPr>
          <p:cNvCxnSpPr/>
          <p:nvPr/>
        </p:nvCxnSpPr>
        <p:spPr>
          <a:xfrm>
            <a:off x="2098221" y="1371600"/>
            <a:ext cx="0" cy="520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28F2A3-C255-3277-C1EC-B23E5A3D09EE}"/>
              </a:ext>
            </a:extLst>
          </p:cNvPr>
          <p:cNvCxnSpPr>
            <a:cxnSpLocks/>
          </p:cNvCxnSpPr>
          <p:nvPr/>
        </p:nvCxnSpPr>
        <p:spPr>
          <a:xfrm>
            <a:off x="612648" y="1828800"/>
            <a:ext cx="10997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A3B54D-CD6F-1782-2F3D-A616120E6E8A}"/>
              </a:ext>
            </a:extLst>
          </p:cNvPr>
          <p:cNvSpPr/>
          <p:nvPr/>
        </p:nvSpPr>
        <p:spPr>
          <a:xfrm>
            <a:off x="2191252" y="1875893"/>
            <a:ext cx="9298620" cy="4622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 Content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079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8073-BD96-92B9-6EBD-81D01F96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414D6-FD55-7659-D374-F4E8C26A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6-(1) Main Content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4D7B1E-6240-7B2B-F907-F35C9D98BFE7}"/>
              </a:ext>
            </a:extLst>
          </p:cNvPr>
          <p:cNvSpPr/>
          <p:nvPr/>
        </p:nvSpPr>
        <p:spPr>
          <a:xfrm>
            <a:off x="612648" y="1247244"/>
            <a:ext cx="4310416" cy="2100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 Content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36130-96CF-52E0-344E-8442DD9EC1A2}"/>
              </a:ext>
            </a:extLst>
          </p:cNvPr>
          <p:cNvSpPr txBox="1"/>
          <p:nvPr/>
        </p:nvSpPr>
        <p:spPr>
          <a:xfrm>
            <a:off x="612648" y="3588244"/>
            <a:ext cx="7678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메뉴를 통해 출력되는 화면의 메인 출력 영역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내부적으로도 탭으로 구분되어 </a:t>
            </a:r>
            <a:r>
              <a:rPr lang="en-US" altLang="ko-KR" dirty="0"/>
              <a:t>Detail View</a:t>
            </a:r>
            <a:r>
              <a:rPr lang="ko-KR" altLang="en-US" dirty="0"/>
              <a:t>를 출력가능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Main Content</a:t>
            </a:r>
            <a:r>
              <a:rPr lang="ko-KR" altLang="en-US" dirty="0"/>
              <a:t>의 상단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</a:t>
            </a:r>
            <a:r>
              <a:rPr lang="ko-KR" altLang="en-US" dirty="0"/>
              <a:t> 해당 메뉴명이 출력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오른쪽</a:t>
            </a:r>
            <a:r>
              <a:rPr lang="en-US" altLang="ko-KR" dirty="0"/>
              <a:t>) </a:t>
            </a:r>
            <a:r>
              <a:rPr lang="ko-KR" altLang="en-US" dirty="0"/>
              <a:t>화면 갱신 시간 출력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1291179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254</Words>
  <Application>Microsoft Office PowerPoint</Application>
  <PresentationFormat>와이드스크린</PresentationFormat>
  <Paragraphs>75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Helena</vt:lpstr>
      <vt:lpstr>Admin Web Site</vt:lpstr>
      <vt:lpstr>레이어 구분</vt:lpstr>
      <vt:lpstr>1 – 로그인 화면</vt:lpstr>
      <vt:lpstr>2 – 리전(영역) 선택</vt:lpstr>
      <vt:lpstr>3 – 사이트(Base Layout)</vt:lpstr>
      <vt:lpstr>4 – Sub Menu</vt:lpstr>
      <vt:lpstr>4-(1) Sub Menu</vt:lpstr>
      <vt:lpstr>5 – Upper Title</vt:lpstr>
      <vt:lpstr>5-(1) Upper Title</vt:lpstr>
      <vt:lpstr>6 – Main Content</vt:lpstr>
      <vt:lpstr>6-(1) Main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정환 박</dc:creator>
  <cp:lastModifiedBy>정환 박</cp:lastModifiedBy>
  <cp:revision>34</cp:revision>
  <dcterms:created xsi:type="dcterms:W3CDTF">2026-03-07T14:48:50Z</dcterms:created>
  <dcterms:modified xsi:type="dcterms:W3CDTF">2026-03-07T16:51:02Z</dcterms:modified>
</cp:coreProperties>
</file>